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5"/>
  </p:notesMasterIdLst>
  <p:handoutMasterIdLst>
    <p:handoutMasterId r:id="rId26"/>
  </p:handoutMasterIdLst>
  <p:sldIdLst>
    <p:sldId id="257" r:id="rId2"/>
    <p:sldId id="265" r:id="rId3"/>
    <p:sldId id="277" r:id="rId4"/>
    <p:sldId id="278" r:id="rId5"/>
    <p:sldId id="291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86" r:id="rId16"/>
    <p:sldId id="280" r:id="rId17"/>
    <p:sldId id="287" r:id="rId18"/>
    <p:sldId id="288" r:id="rId19"/>
    <p:sldId id="289" r:id="rId20"/>
    <p:sldId id="290" r:id="rId21"/>
    <p:sldId id="281" r:id="rId22"/>
    <p:sldId id="292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144711" y="2347403"/>
            <a:ext cx="7825214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tích</a:t>
            </a:r>
            <a:r>
              <a:rPr lang="en-US" sz="4000" dirty="0"/>
              <a:t> </a:t>
            </a:r>
            <a:r>
              <a:rPr lang="en-US" sz="4000" dirty="0" err="1"/>
              <a:t>thiết</a:t>
            </a:r>
            <a:r>
              <a:rPr lang="en-US" sz="4000" dirty="0"/>
              <a:t> </a:t>
            </a:r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hệ</a:t>
            </a:r>
            <a:r>
              <a:rPr lang="en-US" sz="4000" dirty="0"/>
              <a:t> </a:t>
            </a:r>
            <a:r>
              <a:rPr lang="en-US" sz="4000" dirty="0" err="1"/>
              <a:t>thống</a:t>
            </a:r>
            <a:endParaRPr lang="en-US" sz="40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144711" y="3196195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>
                <a:solidFill>
                  <a:srgbClr val="D82828"/>
                </a:solidFill>
              </a:rPr>
              <a:t>Mai Minh Quân - 20225661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8105C-66D0-A0D0-3817-03B94458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CF8A8-1509-EC62-163E-C461870E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49D853-7455-FEB7-DB7D-40EE29D1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89CE3F-B463-967A-F7FE-12CBC80BBC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/>
              <a:t>Mục tiêu dự án:</a:t>
            </a:r>
            <a:r>
              <a:rPr lang="vi-VN" dirty="0"/>
              <a:t> Xây dựng nền tảng E-learning chuyên sâu cho IELTS Writing Task 2 với hệ thống chấm chữa tự động bằng AI. </a:t>
            </a:r>
            <a:endParaRPr lang="en-US" dirty="0"/>
          </a:p>
          <a:p>
            <a:r>
              <a:rPr lang="vi-VN" b="1" dirty="0"/>
              <a:t>Đối tượng người dùng:</a:t>
            </a:r>
            <a:r>
              <a:rPr lang="vi-VN" dirty="0"/>
              <a:t> Học viên luyện thi IELTS và Quản trị viên/Giáo viên. </a:t>
            </a:r>
            <a:endParaRPr lang="en-US" dirty="0"/>
          </a:p>
          <a:p>
            <a:r>
              <a:rPr lang="vi-VN" b="1" dirty="0"/>
              <a:t>Phạm vi hệ thống</a:t>
            </a:r>
            <a:r>
              <a:rPr lang="en-US" b="1" dirty="0"/>
              <a:t>:</a:t>
            </a:r>
            <a:endParaRPr lang="vi-VN" dirty="0"/>
          </a:p>
          <a:p>
            <a:pPr lvl="1"/>
            <a:r>
              <a:rPr lang="vi-VN" sz="2800" dirty="0"/>
              <a:t>Hệ thống Khóa học phân cấp (Band 5, 6, 7).</a:t>
            </a:r>
          </a:p>
          <a:p>
            <a:pPr lvl="1"/>
            <a:r>
              <a:rPr lang="vi-VN" sz="2800" dirty="0"/>
              <a:t>Kho Tài liệu &amp; Bài mẫu phân tích sâu.</a:t>
            </a:r>
          </a:p>
          <a:p>
            <a:pPr lvl="1"/>
            <a:r>
              <a:rPr lang="vi-VN" sz="2800" dirty="0"/>
              <a:t>Sổ tay Cá nhân &amp; Ôn tập (Flashcards).</a:t>
            </a:r>
          </a:p>
          <a:p>
            <a:pPr lvl="1"/>
            <a:r>
              <a:rPr lang="vi-VN" sz="2800" dirty="0"/>
              <a:t>Không gian Luyện tập &amp; Chấm chữa AI.</a:t>
            </a:r>
          </a:p>
        </p:txBody>
      </p:sp>
    </p:spTree>
    <p:extLst>
      <p:ext uri="{BB962C8B-B14F-4D97-AF65-F5344CB8AC3E}">
        <p14:creationId xmlns:p14="http://schemas.microsoft.com/office/powerpoint/2010/main" val="216233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FD71-1FA2-BF2E-F170-26F26F38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417E4-1F72-D689-F4EA-52BEFFB7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1702EC-0D5D-FAA2-2394-6AA9BF47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5C7B2-0D17-7CD3-0D87-1E064562CF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Tác</a:t>
            </a:r>
            <a:r>
              <a:rPr lang="en-US" b="1" dirty="0"/>
              <a:t> </a:t>
            </a:r>
            <a:r>
              <a:rPr lang="en-US" b="1" dirty="0" err="1"/>
              <a:t>nhân</a:t>
            </a:r>
            <a:r>
              <a:rPr lang="en-US" b="1" dirty="0"/>
              <a:t>:</a:t>
            </a:r>
            <a:r>
              <a:rPr lang="en-US" dirty="0"/>
              <a:t> Học </a:t>
            </a:r>
            <a:r>
              <a:rPr lang="en-US" dirty="0" err="1"/>
              <a:t>viên</a:t>
            </a:r>
            <a:r>
              <a:rPr lang="en-US" dirty="0"/>
              <a:t>, Admin,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AI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6D9641-79ED-88EB-D3E2-DE8F086C53B0}"/>
              </a:ext>
            </a:extLst>
          </p:cNvPr>
          <p:cNvSpPr txBox="1"/>
          <p:nvPr/>
        </p:nvSpPr>
        <p:spPr>
          <a:xfrm>
            <a:off x="2984740" y="6043803"/>
            <a:ext cx="2714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79DB8-0CA3-1F20-CEDD-7A5A546F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965" y="1288241"/>
            <a:ext cx="4300267" cy="475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1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FD047-D08D-144D-22A8-C0DB01AA4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2CF18-C666-38AA-6C40-743D1B76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BB25F-96F1-F8F7-6201-092801C5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D7C8A-EC16-DE3E-3495-2B36EA8415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D61D0-BFB0-34DE-0D2A-FE78A54D0BB2}"/>
              </a:ext>
            </a:extLst>
          </p:cNvPr>
          <p:cNvSpPr txBox="1"/>
          <p:nvPr/>
        </p:nvSpPr>
        <p:spPr>
          <a:xfrm>
            <a:off x="2295810" y="5364691"/>
            <a:ext cx="418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“Học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F7A048-E276-DFA1-9D71-45C993394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90" y="1036430"/>
            <a:ext cx="7324220" cy="401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3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F4EA-C7DD-723E-7231-03C300C93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58541-45F4-BB6D-A5CE-82AAC6AE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A0EC07-37E0-99A6-A3BE-FAE4C2199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F3FAB-AE43-E018-4D72-7400812256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0AE56-EE9D-F8C0-D7F9-B428DE82232D}"/>
              </a:ext>
            </a:extLst>
          </p:cNvPr>
          <p:cNvSpPr txBox="1"/>
          <p:nvPr/>
        </p:nvSpPr>
        <p:spPr>
          <a:xfrm>
            <a:off x="2295810" y="5364691"/>
            <a:ext cx="476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“Tham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C59E01-D91F-B6D8-94A1-AD4B228A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45" y="1123977"/>
            <a:ext cx="6830709" cy="400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2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9A1BE-01DF-F885-516D-A8ACBCBA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CC1BD-83F9-E2BD-5104-3F4B0EF63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2578D2-059F-A64C-9665-654C844E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974F93-391F-13E1-8729-0047698A3B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4312B-89BA-A937-C140-3FC902CB6D6D}"/>
              </a:ext>
            </a:extLst>
          </p:cNvPr>
          <p:cNvSpPr txBox="1"/>
          <p:nvPr/>
        </p:nvSpPr>
        <p:spPr>
          <a:xfrm>
            <a:off x="2295810" y="5364691"/>
            <a:ext cx="464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“Lưu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2D8A0F-76E9-50E9-D38C-CC5007A30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767" y="1063696"/>
            <a:ext cx="7054523" cy="40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24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EA34-294D-7A04-71DD-BF112C13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D1DD23-5F67-9552-D2BD-982A8DED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45514A-475A-101C-A1FC-6E47CBEE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44A75-E037-54FD-CB26-7248946E83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19CE2-EBDB-F989-7F09-EC1255C8C9E3}"/>
              </a:ext>
            </a:extLst>
          </p:cNvPr>
          <p:cNvSpPr txBox="1"/>
          <p:nvPr/>
        </p:nvSpPr>
        <p:spPr>
          <a:xfrm>
            <a:off x="2295810" y="5364691"/>
            <a:ext cx="475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Flashcard”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198FC-76B7-B83E-BDD6-8167568F3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34" y="1270110"/>
            <a:ext cx="8083204" cy="339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90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E3FE-58A8-E45D-4BC9-6F5CA788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7743DA-611E-7531-FB38-17231C82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898AAE-62CD-D7F2-4EC4-0EB051DE5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07767-F4D9-2111-8C9D-2E90FE606B2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5FD76-AED8-A35C-6EA2-E80913749044}"/>
              </a:ext>
            </a:extLst>
          </p:cNvPr>
          <p:cNvSpPr txBox="1"/>
          <p:nvPr/>
        </p:nvSpPr>
        <p:spPr>
          <a:xfrm>
            <a:off x="2295810" y="5364691"/>
            <a:ext cx="3593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FEDED-B46F-1435-BCAE-E2920D92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59" y="891264"/>
            <a:ext cx="5943600" cy="442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0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CDB30-B413-A5F0-3F00-03F89A8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AEB349-FAFA-C9AE-6DB5-9B299AAF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E3BF0D-8DEC-4ADE-0464-7B9B8D88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6AFA3-4B0E-5E29-FA7B-FA1E520490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A64F1-1BEE-FCE7-4CA4-95D9575F3209}"/>
              </a:ext>
            </a:extLst>
          </p:cNvPr>
          <p:cNvSpPr txBox="1"/>
          <p:nvPr/>
        </p:nvSpPr>
        <p:spPr>
          <a:xfrm>
            <a:off x="2295810" y="5364691"/>
            <a:ext cx="45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"Xem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2E328-9296-60E1-12B7-CBBD8D89E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03" y="1288954"/>
            <a:ext cx="7911747" cy="376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9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AF28-5EB7-C30A-D9C3-BB1D1DBF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9BA955-F699-C45A-783E-445F4BF5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2E6AF3-F2B0-4184-BD9C-688B4B72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0A739-3D22-9D8B-C0CB-1670B1DD85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E9590-928B-EED1-FB32-E3C127D0AFD5}"/>
              </a:ext>
            </a:extLst>
          </p:cNvPr>
          <p:cNvSpPr txBox="1"/>
          <p:nvPr/>
        </p:nvSpPr>
        <p:spPr>
          <a:xfrm>
            <a:off x="2304436" y="5675586"/>
            <a:ext cx="417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A6351-BAAD-9704-302B-DB030AFBC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310" y="925913"/>
            <a:ext cx="5943600" cy="459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56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EBEB4-921C-39A3-D240-BB0FAEAC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13B708-54A0-3E99-580C-D407417A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F1F489-BD86-5788-E867-C21F5D753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808D2-309A-116B-58F1-D47949C251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F3E81-DE63-C111-80CC-032A73C3A1E6}"/>
              </a:ext>
            </a:extLst>
          </p:cNvPr>
          <p:cNvSpPr txBox="1"/>
          <p:nvPr/>
        </p:nvSpPr>
        <p:spPr>
          <a:xfrm>
            <a:off x="2295810" y="5745602"/>
            <a:ext cx="442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E6FC95-5753-2378-4E2A-32C46576F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34" y="743066"/>
            <a:ext cx="5943600" cy="500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74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AE3C0-EA8F-53E1-790C-721D73AAA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FAB15E-B004-0CBD-91F9-FD631006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85918-AA3E-EF63-BAB5-09A47D12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DD0E5-8ACE-ED20-44D5-E4138D548ED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B4582-ACCD-63B2-C74A-B3C5B61648A6}"/>
              </a:ext>
            </a:extLst>
          </p:cNvPr>
          <p:cNvSpPr txBox="1"/>
          <p:nvPr/>
        </p:nvSpPr>
        <p:spPr>
          <a:xfrm>
            <a:off x="2295810" y="5745602"/>
            <a:ext cx="3874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81C67-39D6-C549-046D-5EA383065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04553"/>
            <a:ext cx="5943600" cy="413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08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2F74-1F80-21EE-8A76-99A391E8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78D025-6865-7EA9-D43C-C9AA62AA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5BF27A-4984-75FC-414B-91B0E484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60184-7692-2C0D-CB90-3DDB124A088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77345-20F7-6B79-33B9-4C8700CD346C}"/>
              </a:ext>
            </a:extLst>
          </p:cNvPr>
          <p:cNvSpPr txBox="1"/>
          <p:nvPr/>
        </p:nvSpPr>
        <p:spPr>
          <a:xfrm>
            <a:off x="2295810" y="5745602"/>
            <a:ext cx="5037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Usecase</a:t>
            </a:r>
            <a:r>
              <a:rPr lang="en-US" dirty="0"/>
              <a:t> “Quản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A5A71-0784-EDB8-B56C-B25BB877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178" y="1149038"/>
            <a:ext cx="7397644" cy="41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521A-BC1A-5706-61E4-F4630812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0E8FAE-92BF-9D20-66F9-02192176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2DE63D-9E10-8EA2-921E-95935B80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1BBDA9-E9E2-B6F9-7193-73BBDE1064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5 </a:t>
            </a:r>
            <a:r>
              <a:rPr lang="en-US" sz="2400" dirty="0" err="1"/>
              <a:t>cụm</a:t>
            </a:r>
            <a:r>
              <a:rPr lang="en-US" sz="2400" dirty="0"/>
              <a:t> Node: Client, Frontend, Backend, Database/Cache Node, </a:t>
            </a:r>
            <a:r>
              <a:rPr lang="en-US" sz="2400" dirty="0" err="1"/>
              <a:t>và</a:t>
            </a:r>
            <a:r>
              <a:rPr lang="en-US" sz="2400" dirty="0"/>
              <a:t> AI.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1F711-56AF-D4F0-D085-A04DA36DBBE4}"/>
              </a:ext>
            </a:extLst>
          </p:cNvPr>
          <p:cNvSpPr txBox="1"/>
          <p:nvPr/>
        </p:nvSpPr>
        <p:spPr>
          <a:xfrm>
            <a:off x="2760453" y="6016753"/>
            <a:ext cx="3918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Deployment Diagram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341EE-C124-B249-31D7-41EB66A8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868" y="1708030"/>
            <a:ext cx="4704263" cy="43087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9238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EF5B-4547-A5DD-C6CF-D7A06941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D5B75-F616-1C44-3550-05694DB9F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68D565-3CF4-155B-66E7-18742020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4DC9-43DB-E553-FFED-B0947816CB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AD26B-98E0-A3AC-E4A9-1589B5235A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36" y="841247"/>
            <a:ext cx="8057125" cy="492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82EA5-EF0C-59F5-285E-B8C53EBF6A6E}"/>
              </a:ext>
            </a:extLst>
          </p:cNvPr>
          <p:cNvSpPr txBox="1"/>
          <p:nvPr/>
        </p:nvSpPr>
        <p:spPr>
          <a:xfrm>
            <a:off x="3082425" y="5832897"/>
            <a:ext cx="18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104444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B1A1-1644-757C-5C2D-9693EB95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A672C-E96B-4A55-20B0-E49DE151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A42370-5A56-746B-BD5A-F339586E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6D1FC6-DD90-4516-3B96-9FA0D44C778B}"/>
              </a:ext>
            </a:extLst>
          </p:cNvPr>
          <p:cNvSpPr txBox="1"/>
          <p:nvPr/>
        </p:nvSpPr>
        <p:spPr>
          <a:xfrm>
            <a:off x="2508550" y="5615884"/>
            <a:ext cx="412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Diagram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067532-D09F-8E85-66B7-7475A9765D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A89F4-A6AA-8326-49C0-6E1446D70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69" y="1089246"/>
            <a:ext cx="8673846" cy="44119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412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7CFC-03CC-2A2F-9658-15892B3F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34DD15-9188-B784-7A00-B4C24086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572702-7B93-33FD-E257-001F6030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DDA10-36B8-BE3A-6CEE-7AAE99B432CC}"/>
              </a:ext>
            </a:extLst>
          </p:cNvPr>
          <p:cNvSpPr txBox="1"/>
          <p:nvPr/>
        </p:nvSpPr>
        <p:spPr>
          <a:xfrm>
            <a:off x="2753186" y="5743078"/>
            <a:ext cx="3275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Diagram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nộp</a:t>
            </a:r>
            <a:r>
              <a:rPr lang="en-US" dirty="0"/>
              <a:t> </a:t>
            </a:r>
            <a:r>
              <a:rPr lang="en-US" dirty="0" err="1"/>
              <a:t>bài</a:t>
            </a:r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79ADF1-D7C9-E866-7B06-37D04CE079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69D09-260F-2933-CE01-0FB4FC6873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62" y="977163"/>
            <a:ext cx="8753154" cy="46300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511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D5880-7BD1-CF91-E395-5ECBE4B1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63A03-7A25-3787-CD2D-9C6DBE6A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915A86-2FCC-C10C-1BFA-0B1AC67B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31BEDF-D9B4-E61C-8E03-B7165FC9C4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12" y="1806245"/>
            <a:ext cx="8674100" cy="16227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F6287-CB68-5F6F-E5B0-4FB9F4D92348}"/>
              </a:ext>
            </a:extLst>
          </p:cNvPr>
          <p:cNvSpPr txBox="1"/>
          <p:nvPr/>
        </p:nvSpPr>
        <p:spPr>
          <a:xfrm>
            <a:off x="2100854" y="4157932"/>
            <a:ext cx="4787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machine diagram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nộp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6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4E313-B5E5-8614-9FCD-C1A2F698C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8ADFF9-7E23-4732-F80F-A5CFD0AC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2E7AE0-B846-C2FB-7CBE-550FB914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DE66C-41FB-AD54-3086-6DEEC257B4F6}"/>
              </a:ext>
            </a:extLst>
          </p:cNvPr>
          <p:cNvSpPr txBox="1"/>
          <p:nvPr/>
        </p:nvSpPr>
        <p:spPr>
          <a:xfrm>
            <a:off x="2251621" y="6016753"/>
            <a:ext cx="4640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Activity diagram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AI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2D27658-4E32-6A3D-0B54-01B22D81EF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4D8BF-B32C-5EBE-21EC-DFEE52899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88" y="677257"/>
            <a:ext cx="5344064" cy="5339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6509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D441-D011-60A7-A7A2-2324F8DA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633E45-ED99-FB47-6E61-8E6793F0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7D32E2-1AB9-10CE-9BC0-2E449615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8A09B-0E15-1B3E-D426-66BE1C4FFF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 err="1"/>
              <a:t>Lấy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học</a:t>
            </a:r>
            <a:r>
              <a:rPr lang="en-US" sz="2600" dirty="0"/>
              <a:t> </a:t>
            </a:r>
            <a:r>
              <a:rPr lang="en-US" sz="2600" dirty="0" err="1"/>
              <a:t>theo</a:t>
            </a:r>
            <a:r>
              <a:rPr lang="en-US" sz="2600" dirty="0"/>
              <a:t> Band </a:t>
            </a:r>
            <a:r>
              <a:rPr lang="en-US" sz="2600" dirty="0" err="1"/>
              <a:t>điểm</a:t>
            </a:r>
            <a:r>
              <a:rPr lang="en-US" sz="2600" dirty="0"/>
              <a:t> </a:t>
            </a:r>
            <a:r>
              <a:rPr lang="en-US" sz="2600" dirty="0" err="1"/>
              <a:t>mục</a:t>
            </a:r>
            <a:r>
              <a:rPr lang="en-US" sz="2600" dirty="0"/>
              <a:t> </a:t>
            </a:r>
            <a:r>
              <a:rPr lang="en-US" sz="2600" dirty="0" err="1"/>
              <a:t>tiêu</a:t>
            </a:r>
            <a:endParaRPr lang="en-US" sz="2600" dirty="0"/>
          </a:p>
          <a:p>
            <a:pPr lvl="1"/>
            <a:r>
              <a:rPr lang="en-US" sz="2600" dirty="0"/>
              <a:t>Endpoint: GET /</a:t>
            </a:r>
            <a:r>
              <a:rPr lang="en-US" sz="2600" dirty="0" err="1"/>
              <a:t>api</a:t>
            </a:r>
            <a:r>
              <a:rPr lang="en-US" sz="2600" dirty="0"/>
              <a:t>/courses/{</a:t>
            </a:r>
            <a:r>
              <a:rPr lang="en-US" sz="2600" dirty="0" err="1"/>
              <a:t>courseId</a:t>
            </a:r>
            <a:r>
              <a:rPr lang="en-US" sz="2600" dirty="0"/>
              <a:t>}/lessons</a:t>
            </a:r>
          </a:p>
          <a:p>
            <a:pPr marL="0" indent="0">
              <a:buNone/>
            </a:pPr>
            <a:r>
              <a:rPr lang="en-US" sz="2600" dirty="0"/>
              <a:t>Xem chi </a:t>
            </a:r>
            <a:r>
              <a:rPr lang="en-US" sz="2600" dirty="0" err="1"/>
              <a:t>tiết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mẫu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Endpoint: GET /</a:t>
            </a:r>
            <a:r>
              <a:rPr lang="en-US" sz="2600" dirty="0" err="1"/>
              <a:t>api</a:t>
            </a:r>
            <a:r>
              <a:rPr lang="en-US" sz="2600" dirty="0"/>
              <a:t>/sample-essays/{</a:t>
            </a:r>
            <a:r>
              <a:rPr lang="en-US" sz="2600" dirty="0" err="1"/>
              <a:t>essayId</a:t>
            </a: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/>
              <a:t>Lưu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mẫu</a:t>
            </a:r>
            <a:r>
              <a:rPr lang="en-US" sz="2600" dirty="0"/>
              <a:t>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danh</a:t>
            </a:r>
            <a:r>
              <a:rPr lang="en-US" sz="2600" dirty="0"/>
              <a:t> </a:t>
            </a:r>
            <a:r>
              <a:rPr lang="en-US" sz="2600" dirty="0" err="1"/>
              <a:t>sách</a:t>
            </a:r>
            <a:r>
              <a:rPr lang="en-US" sz="2600" dirty="0"/>
              <a:t> </a:t>
            </a:r>
            <a:r>
              <a:rPr lang="en-US" sz="2600" dirty="0" err="1"/>
              <a:t>yêu</a:t>
            </a:r>
            <a:r>
              <a:rPr lang="en-US" sz="2600" dirty="0"/>
              <a:t> </a:t>
            </a:r>
            <a:r>
              <a:rPr lang="en-US" sz="2600" dirty="0" err="1"/>
              <a:t>thích</a:t>
            </a:r>
            <a:endParaRPr lang="en-US" sz="2600" dirty="0"/>
          </a:p>
          <a:p>
            <a:pPr lvl="1"/>
            <a:r>
              <a:rPr lang="en-US" sz="2600" dirty="0"/>
              <a:t>Endpoint: POST /</a:t>
            </a:r>
            <a:r>
              <a:rPr lang="en-US" sz="2600" dirty="0" err="1"/>
              <a:t>api</a:t>
            </a:r>
            <a:r>
              <a:rPr lang="en-US" sz="2600" dirty="0"/>
              <a:t>/sample-essays/{</a:t>
            </a:r>
            <a:r>
              <a:rPr lang="en-US" sz="2600" dirty="0" err="1"/>
              <a:t>essayId</a:t>
            </a:r>
            <a:r>
              <a:rPr lang="en-US" sz="2600" dirty="0"/>
              <a:t>}/favorite</a:t>
            </a:r>
          </a:p>
          <a:p>
            <a:pPr marL="0" indent="0">
              <a:buNone/>
            </a:pPr>
            <a:r>
              <a:rPr lang="en-US" sz="2600" dirty="0" err="1"/>
              <a:t>Tạo</a:t>
            </a:r>
            <a:r>
              <a:rPr lang="en-US" sz="2600" dirty="0"/>
              <a:t> </a:t>
            </a:r>
            <a:r>
              <a:rPr lang="en-US" sz="2600" dirty="0" err="1"/>
              <a:t>ghi</a:t>
            </a:r>
            <a:r>
              <a:rPr lang="en-US" sz="2600" dirty="0"/>
              <a:t> </a:t>
            </a:r>
            <a:r>
              <a:rPr lang="en-US" sz="2600" dirty="0" err="1"/>
              <a:t>chú</a:t>
            </a:r>
            <a:r>
              <a:rPr lang="en-US" sz="2600" dirty="0"/>
              <a:t> </a:t>
            </a:r>
            <a:r>
              <a:rPr lang="en-US" sz="2600" dirty="0" err="1"/>
              <a:t>mới</a:t>
            </a:r>
            <a:r>
              <a:rPr lang="en-US" sz="2600" dirty="0"/>
              <a:t> </a:t>
            </a:r>
            <a:r>
              <a:rPr lang="en-US" sz="2600" dirty="0" err="1"/>
              <a:t>vào</a:t>
            </a:r>
            <a:r>
              <a:rPr lang="en-US" sz="2600" dirty="0"/>
              <a:t> </a:t>
            </a:r>
            <a:r>
              <a:rPr lang="en-US" sz="2600" dirty="0" err="1"/>
              <a:t>sổ</a:t>
            </a:r>
            <a:r>
              <a:rPr lang="en-US" sz="2600" dirty="0"/>
              <a:t> </a:t>
            </a:r>
            <a:r>
              <a:rPr lang="en-US" sz="2600" dirty="0" err="1"/>
              <a:t>tay</a:t>
            </a:r>
            <a:endParaRPr lang="en-US" sz="2600" dirty="0"/>
          </a:p>
          <a:p>
            <a:pPr lvl="1"/>
            <a:r>
              <a:rPr lang="en-US" sz="2600" dirty="0"/>
              <a:t>Endpoint: POST /</a:t>
            </a:r>
            <a:r>
              <a:rPr lang="en-US" sz="2600" dirty="0" err="1"/>
              <a:t>api</a:t>
            </a:r>
            <a:r>
              <a:rPr lang="en-US" sz="2600" dirty="0"/>
              <a:t>/notebooks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7911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BB3A-7EF4-3F6E-1824-15D2568E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9CB21-B059-1079-00C2-30791CB8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B125CE-129A-93B2-D9B1-2E2503079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API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05969-F0E8-66C7-E4B5-2901EEA433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600" dirty="0" err="1"/>
              <a:t>Tạo</a:t>
            </a:r>
            <a:r>
              <a:rPr lang="en-US" sz="2600" dirty="0"/>
              <a:t> Flashcard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một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thẻ</a:t>
            </a:r>
            <a:endParaRPr lang="en-US" sz="2600" dirty="0"/>
          </a:p>
          <a:p>
            <a:pPr lvl="1"/>
            <a:r>
              <a:rPr lang="en-US" sz="2600" dirty="0"/>
              <a:t>Endpoint: POST /</a:t>
            </a:r>
            <a:r>
              <a:rPr lang="en-US" sz="2600" dirty="0" err="1"/>
              <a:t>api</a:t>
            </a:r>
            <a:r>
              <a:rPr lang="en-US" sz="2600" dirty="0"/>
              <a:t>/flashcard-sets/{</a:t>
            </a:r>
            <a:r>
              <a:rPr lang="en-US" sz="2600" dirty="0" err="1"/>
              <a:t>setId</a:t>
            </a:r>
            <a:r>
              <a:rPr lang="en-US" sz="2600" dirty="0"/>
              <a:t>}/flashcards</a:t>
            </a:r>
          </a:p>
          <a:p>
            <a:pPr marL="0" indent="0">
              <a:buNone/>
            </a:pPr>
            <a:r>
              <a:rPr lang="en-US" sz="2600" dirty="0" err="1"/>
              <a:t>Lấy</a:t>
            </a:r>
            <a:r>
              <a:rPr lang="en-US" sz="2600" dirty="0"/>
              <a:t> chi </a:t>
            </a:r>
            <a:r>
              <a:rPr lang="en-US" sz="2600" dirty="0" err="1"/>
              <a:t>tiết</a:t>
            </a:r>
            <a:r>
              <a:rPr lang="en-US" sz="2600" dirty="0"/>
              <a:t> </a:t>
            </a:r>
            <a:r>
              <a:rPr lang="en-US" sz="2600" dirty="0" err="1"/>
              <a:t>đề</a:t>
            </a:r>
            <a:r>
              <a:rPr lang="en-US" sz="2600" dirty="0"/>
              <a:t> </a:t>
            </a:r>
            <a:r>
              <a:rPr lang="en-US" sz="2600" dirty="0" err="1"/>
              <a:t>thi</a:t>
            </a:r>
            <a:r>
              <a:rPr lang="en-US" sz="2600" dirty="0"/>
              <a:t> </a:t>
            </a:r>
          </a:p>
          <a:p>
            <a:pPr lvl="1"/>
            <a:r>
              <a:rPr lang="en-US" sz="2600" dirty="0"/>
              <a:t>Endpoint: GET /</a:t>
            </a:r>
            <a:r>
              <a:rPr lang="en-US" sz="2600" dirty="0" err="1"/>
              <a:t>api</a:t>
            </a:r>
            <a:r>
              <a:rPr lang="en-US" sz="2600" dirty="0"/>
              <a:t>/exam-questions/{</a:t>
            </a:r>
            <a:r>
              <a:rPr lang="en-US" sz="2600" dirty="0" err="1"/>
              <a:t>questionId</a:t>
            </a:r>
            <a:r>
              <a:rPr lang="en-US" sz="2600" dirty="0"/>
              <a:t>}</a:t>
            </a:r>
          </a:p>
          <a:p>
            <a:pPr marL="0" indent="0">
              <a:buNone/>
            </a:pPr>
            <a:r>
              <a:rPr lang="en-US" sz="2600" dirty="0" err="1"/>
              <a:t>Nộp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thi</a:t>
            </a:r>
            <a:r>
              <a:rPr lang="en-US" sz="2600" dirty="0"/>
              <a:t> </a:t>
            </a:r>
            <a:r>
              <a:rPr lang="en-US" sz="2600" dirty="0" err="1"/>
              <a:t>mới</a:t>
            </a:r>
            <a:endParaRPr lang="en-US" sz="2600" dirty="0"/>
          </a:p>
          <a:p>
            <a:pPr lvl="1"/>
            <a:r>
              <a:rPr lang="en-US" sz="2600" dirty="0"/>
              <a:t>Endpoint: POST /</a:t>
            </a:r>
            <a:r>
              <a:rPr lang="en-US" sz="2600" dirty="0" err="1"/>
              <a:t>api</a:t>
            </a:r>
            <a:r>
              <a:rPr lang="en-US" sz="2600" dirty="0"/>
              <a:t>/submissions</a:t>
            </a:r>
          </a:p>
          <a:p>
            <a:pPr marL="0" indent="0">
              <a:buNone/>
            </a:pPr>
            <a:r>
              <a:rPr lang="en-US" sz="2600" dirty="0" err="1"/>
              <a:t>Lấy</a:t>
            </a:r>
            <a:r>
              <a:rPr lang="en-US" sz="2600" dirty="0"/>
              <a:t> chi </a:t>
            </a:r>
            <a:r>
              <a:rPr lang="en-US" sz="2600" dirty="0" err="1"/>
              <a:t>tiết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quả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thi</a:t>
            </a:r>
            <a:endParaRPr lang="en-US" sz="2600" dirty="0"/>
          </a:p>
          <a:p>
            <a:pPr lvl="1"/>
            <a:r>
              <a:rPr lang="en-US" sz="2600" dirty="0"/>
              <a:t>Endpoint: GET /</a:t>
            </a:r>
            <a:r>
              <a:rPr lang="en-US" sz="2600" dirty="0" err="1"/>
              <a:t>api</a:t>
            </a:r>
            <a:r>
              <a:rPr lang="en-US" sz="2600" dirty="0"/>
              <a:t>/submissions/{id}</a:t>
            </a:r>
          </a:p>
          <a:p>
            <a:pPr marL="0" indent="0">
              <a:buNone/>
            </a:pPr>
            <a:r>
              <a:rPr lang="en-US" sz="2600" dirty="0"/>
              <a:t>Giao </a:t>
            </a:r>
            <a:r>
              <a:rPr lang="en-US" sz="2600" dirty="0" err="1"/>
              <a:t>thức</a:t>
            </a:r>
            <a:r>
              <a:rPr lang="en-US" sz="2600" dirty="0"/>
              <a:t> Real-time (</a:t>
            </a:r>
            <a:r>
              <a:rPr lang="en-US" sz="2600" dirty="0" err="1"/>
              <a:t>WebSockets</a:t>
            </a:r>
            <a:r>
              <a:rPr lang="en-US" sz="2600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912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618</TotalTime>
  <Words>603</Words>
  <Application>Microsoft Office PowerPoint</Application>
  <PresentationFormat>On-screen Show (4:3)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Lato</vt:lpstr>
      <vt:lpstr>Office Theme</vt:lpstr>
      <vt:lpstr>PowerPoint Presentation</vt:lpstr>
      <vt:lpstr>Mục lục</vt:lpstr>
      <vt:lpstr>Tổng quan dự án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Phân tích yêu cầu</vt:lpstr>
      <vt:lpstr>Thiết kế kiến trúc hệ thống</vt:lpstr>
      <vt:lpstr>Thiết kế dữ liệu và lưu trữ</vt:lpstr>
      <vt:lpstr>Thiết kế luồng xử lý và tương tác</vt:lpstr>
      <vt:lpstr>Thiết kế luồng xử lý và tương tác</vt:lpstr>
      <vt:lpstr>Thiết kế luồng xử lý và tương tác</vt:lpstr>
      <vt:lpstr>Thiết kế luồng xử lý và tương tác</vt:lpstr>
      <vt:lpstr>Thiết kế API</vt:lpstr>
      <vt:lpstr>Thiết kế API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Mai Minh Quan 20225661</cp:lastModifiedBy>
  <cp:revision>33</cp:revision>
  <dcterms:created xsi:type="dcterms:W3CDTF">2021-05-28T04:32:29Z</dcterms:created>
  <dcterms:modified xsi:type="dcterms:W3CDTF">2026-03-16T13:46:49Z</dcterms:modified>
</cp:coreProperties>
</file>