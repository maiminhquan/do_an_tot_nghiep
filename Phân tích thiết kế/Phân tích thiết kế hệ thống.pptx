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8" r:id="rId1"/>
  </p:sldMasterIdLst>
  <p:notesMasterIdLst>
    <p:notesMasterId r:id="rId25"/>
  </p:notesMasterIdLst>
  <p:handoutMasterIdLst>
    <p:handoutMasterId r:id="rId26"/>
  </p:handoutMasterIdLst>
  <p:sldIdLst>
    <p:sldId id="257" r:id="rId2"/>
    <p:sldId id="265" r:id="rId3"/>
    <p:sldId id="277" r:id="rId4"/>
    <p:sldId id="278" r:id="rId5"/>
    <p:sldId id="291" r:id="rId6"/>
    <p:sldId id="293" r:id="rId7"/>
    <p:sldId id="294" r:id="rId8"/>
    <p:sldId id="295" r:id="rId9"/>
    <p:sldId id="296" r:id="rId10"/>
    <p:sldId id="297" r:id="rId11"/>
    <p:sldId id="298" r:id="rId12"/>
    <p:sldId id="299" r:id="rId13"/>
    <p:sldId id="300" r:id="rId14"/>
    <p:sldId id="301" r:id="rId15"/>
    <p:sldId id="286" r:id="rId16"/>
    <p:sldId id="280" r:id="rId17"/>
    <p:sldId id="287" r:id="rId18"/>
    <p:sldId id="288" r:id="rId19"/>
    <p:sldId id="289" r:id="rId20"/>
    <p:sldId id="290" r:id="rId21"/>
    <p:sldId id="281" r:id="rId22"/>
    <p:sldId id="292" r:id="rId23"/>
    <p:sldId id="269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14" autoAdjust="0"/>
    <p:restoredTop sz="94660"/>
  </p:normalViewPr>
  <p:slideViewPr>
    <p:cSldViewPr snapToGrid="0">
      <p:cViewPr varScale="1">
        <p:scale>
          <a:sx n="89" d="100"/>
          <a:sy n="89" d="100"/>
        </p:scale>
        <p:origin x="126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5EAC724-B034-4F10-A9E8-56851A79B8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0872BB-3892-4F66-9266-36ADB83FAD5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B45424-6BAC-416C-8F6C-5F9DE854A36B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CA138F-B9BA-4997-B3C2-DA8B17B6D5B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E86FBF-0AC4-4904-8ED7-0BD6E9AC71D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34D737-83BD-4FDE-8CF3-8BC01E7FC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07374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733702-C25A-40B9-9167-54BAA79B29B0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2FC7A4-3D1B-482D-8C9D-7642A2CE30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92653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64949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30FC03-A82E-4B34-AE4B-8AC40A0CD5B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3/9/2026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49FB7E-C73B-452D-861A-6C73FF59E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5733BD-32DD-483E-A597-B70529CBD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itle 6">
            <a:extLst>
              <a:ext uri="{FF2B5EF4-FFF2-40B4-BE49-F238E27FC236}">
                <a16:creationId xmlns:a16="http://schemas.microsoft.com/office/drawing/2014/main" id="{44DCE4FD-DEE1-4DE9-A40E-616ACEB2FE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1: ………………………………………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90DFCEB3-810D-48E5-B7BA-1A6C924A64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35077" y="841247"/>
            <a:ext cx="8674100" cy="5303393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675470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1D2FCDAA-D1AE-440A-ADEA-98F1ACB064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3/9/2026</a:t>
            </a:fld>
            <a:endParaRPr 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C4186984-389F-440C-BD79-8D1349BD8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5C66723D-7FE6-462E-9733-48764D89B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03483232-D29A-4255-9149-0177F87858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8828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A1BAF8AD-67D8-46AD-A292-05589E8273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0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Title 6">
            <a:extLst>
              <a:ext uri="{FF2B5EF4-FFF2-40B4-BE49-F238E27FC236}">
                <a16:creationId xmlns:a16="http://schemas.microsoft.com/office/drawing/2014/main" id="{EFD61387-9809-4E21-B8EA-93815E5E8F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4: ………………………………………</a:t>
            </a:r>
          </a:p>
        </p:txBody>
      </p:sp>
    </p:spTree>
    <p:extLst>
      <p:ext uri="{BB962C8B-B14F-4D97-AF65-F5344CB8AC3E}">
        <p14:creationId xmlns:p14="http://schemas.microsoft.com/office/powerpoint/2010/main" val="13534025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6">
            <a:extLst>
              <a:ext uri="{FF2B5EF4-FFF2-40B4-BE49-F238E27FC236}">
                <a16:creationId xmlns:a16="http://schemas.microsoft.com/office/drawing/2014/main" id="{74BADCE4-794A-4B69-9AB7-3D794A1F9A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6: ………………………………………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8375D86-D290-4003-A314-C916116C42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5884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B62406B-26DB-4A01-B048-1F2C7540F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39056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A52862E5-D8E1-49BF-8D1B-BF0ED6579E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3/9/2026</a:t>
            </a:fld>
            <a:endParaRPr lang="en-US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591AAF74-01FB-49A8-9375-959140F1D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BBF4BC2F-980C-499D-A4B9-E7CD3D447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8540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3/9/2026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7: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1227550"/>
            <a:ext cx="8674100" cy="4868449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342310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6">
            <a:extLst>
              <a:ext uri="{FF2B5EF4-FFF2-40B4-BE49-F238E27FC236}">
                <a16:creationId xmlns:a16="http://schemas.microsoft.com/office/drawing/2014/main" id="{74BADCE4-794A-4B69-9AB7-3D794A1F9A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8: ………………………………………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8375D86-D290-4003-A314-C916116C42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5884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B62406B-26DB-4A01-B048-1F2C7540F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39056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A52862E5-D8E1-49BF-8D1B-BF0ED6579E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3/9/2026</a:t>
            </a:fld>
            <a:endParaRPr lang="en-US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591AAF74-01FB-49A8-9375-959140F1D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BBF4BC2F-980C-499D-A4B9-E7CD3D447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90188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3/9/2026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9: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1164920"/>
            <a:ext cx="8674100" cy="4931079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664829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 with Cap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76EAE966-F590-4BAF-A55B-75735FCC66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bg1">
                    <a:lumMod val="9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3/9/2026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330CA1C-4366-43E8-9DC8-B360FC115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2DB13F6-9193-4FE2-AE85-5B96248CC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70462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0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98952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83" r:id="rId3"/>
    <p:sldLayoutId id="2147483679" r:id="rId4"/>
    <p:sldLayoutId id="2147483680" r:id="rId5"/>
    <p:sldLayoutId id="2147483681" r:id="rId6"/>
    <p:sldLayoutId id="2147483682" r:id="rId7"/>
    <p:sldLayoutId id="2147483678" r:id="rId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3">
            <a:extLst>
              <a:ext uri="{FF2B5EF4-FFF2-40B4-BE49-F238E27FC236}">
                <a16:creationId xmlns:a16="http://schemas.microsoft.com/office/drawing/2014/main" id="{67FB4AA9-E9AF-4CE0-A0DC-99D7952890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3012" y="398419"/>
            <a:ext cx="2037225" cy="611594"/>
          </a:xfrm>
          <a:prstGeom prst="rect">
            <a:avLst/>
          </a:prstGeom>
        </p:spPr>
      </p:pic>
      <p:sp>
        <p:nvSpPr>
          <p:cNvPr id="11" name="Title 6">
            <a:extLst>
              <a:ext uri="{FF2B5EF4-FFF2-40B4-BE49-F238E27FC236}">
                <a16:creationId xmlns:a16="http://schemas.microsoft.com/office/drawing/2014/main" id="{FF8BDF70-CFA6-4031-86B7-31F910D8115D}"/>
              </a:ext>
            </a:extLst>
          </p:cNvPr>
          <p:cNvSpPr txBox="1">
            <a:spLocks/>
          </p:cNvSpPr>
          <p:nvPr/>
        </p:nvSpPr>
        <p:spPr>
          <a:xfrm>
            <a:off x="144711" y="2347403"/>
            <a:ext cx="7825214" cy="84879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sz="4000" dirty="0" err="1"/>
              <a:t>Phân</a:t>
            </a:r>
            <a:r>
              <a:rPr lang="en-US" sz="4000" dirty="0"/>
              <a:t> </a:t>
            </a:r>
            <a:r>
              <a:rPr lang="en-US" sz="4000" dirty="0" err="1"/>
              <a:t>tích</a:t>
            </a:r>
            <a:r>
              <a:rPr lang="en-US" sz="4000" dirty="0"/>
              <a:t> </a:t>
            </a:r>
            <a:r>
              <a:rPr lang="en-US" sz="4000" dirty="0" err="1"/>
              <a:t>thiết</a:t>
            </a:r>
            <a:r>
              <a:rPr lang="en-US" sz="4000" dirty="0"/>
              <a:t> </a:t>
            </a:r>
            <a:r>
              <a:rPr lang="en-US" sz="4000" dirty="0" err="1"/>
              <a:t>kế</a:t>
            </a:r>
            <a:r>
              <a:rPr lang="en-US" sz="4000" dirty="0"/>
              <a:t> </a:t>
            </a:r>
            <a:r>
              <a:rPr lang="en-US" sz="4000" dirty="0" err="1"/>
              <a:t>hệ</a:t>
            </a:r>
            <a:r>
              <a:rPr lang="en-US" sz="4000" dirty="0"/>
              <a:t> </a:t>
            </a:r>
            <a:r>
              <a:rPr lang="en-US" sz="4000" dirty="0" err="1"/>
              <a:t>thống</a:t>
            </a:r>
            <a:endParaRPr lang="en-US" sz="4000" dirty="0"/>
          </a:p>
        </p:txBody>
      </p:sp>
      <p:sp>
        <p:nvSpPr>
          <p:cNvPr id="12" name="Title 6">
            <a:extLst>
              <a:ext uri="{FF2B5EF4-FFF2-40B4-BE49-F238E27FC236}">
                <a16:creationId xmlns:a16="http://schemas.microsoft.com/office/drawing/2014/main" id="{A4ACF486-B7D8-4A5A-B633-83527A2F99E2}"/>
              </a:ext>
            </a:extLst>
          </p:cNvPr>
          <p:cNvSpPr txBox="1">
            <a:spLocks/>
          </p:cNvSpPr>
          <p:nvPr/>
        </p:nvSpPr>
        <p:spPr>
          <a:xfrm>
            <a:off x="144711" y="3196195"/>
            <a:ext cx="7342482" cy="84879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sz="2800" b="0" dirty="0">
                <a:solidFill>
                  <a:srgbClr val="D82828"/>
                </a:solidFill>
              </a:rPr>
              <a:t>Mai Minh Quân - 20225661</a:t>
            </a:r>
          </a:p>
          <a:p>
            <a:endParaRPr lang="en-US" sz="2800" b="0" dirty="0"/>
          </a:p>
          <a:p>
            <a:endParaRPr lang="en-US" sz="2800" b="0" dirty="0"/>
          </a:p>
          <a:p>
            <a:endParaRPr lang="en-US" sz="2800" b="0" dirty="0"/>
          </a:p>
        </p:txBody>
      </p:sp>
    </p:spTree>
    <p:extLst>
      <p:ext uri="{BB962C8B-B14F-4D97-AF65-F5344CB8AC3E}">
        <p14:creationId xmlns:p14="http://schemas.microsoft.com/office/powerpoint/2010/main" val="7431729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7101F79-2CBF-4392-B538-B0B5700DB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EF27CAA-32BA-4E6B-B8C0-1A481E08E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Mục</a:t>
            </a:r>
            <a:r>
              <a:rPr lang="en-US" dirty="0"/>
              <a:t> </a:t>
            </a:r>
            <a:r>
              <a:rPr lang="en-US" dirty="0" err="1"/>
              <a:t>lục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563378-38F8-4CB3-AF99-2C56FCF5540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dirty="0" err="1"/>
              <a:t>Tổng</a:t>
            </a:r>
            <a:r>
              <a:rPr lang="en-US" dirty="0"/>
              <a:t> </a:t>
            </a:r>
            <a:r>
              <a:rPr lang="en-US" dirty="0" err="1"/>
              <a:t>quan</a:t>
            </a:r>
            <a:r>
              <a:rPr lang="en-US" dirty="0"/>
              <a:t> </a:t>
            </a:r>
            <a:r>
              <a:rPr lang="en-US" dirty="0" err="1"/>
              <a:t>dự</a:t>
            </a:r>
            <a:r>
              <a:rPr lang="en-US" dirty="0"/>
              <a:t> </a:t>
            </a:r>
            <a:r>
              <a:rPr lang="en-US" dirty="0" err="1"/>
              <a:t>án</a:t>
            </a:r>
            <a:endParaRPr lang="en-US" dirty="0"/>
          </a:p>
          <a:p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tích</a:t>
            </a:r>
            <a:r>
              <a:rPr lang="en-US" dirty="0"/>
              <a:t> </a:t>
            </a:r>
            <a:r>
              <a:rPr lang="en-US" dirty="0" err="1"/>
              <a:t>yêu</a:t>
            </a:r>
            <a:r>
              <a:rPr lang="en-US" dirty="0"/>
              <a:t> </a:t>
            </a:r>
            <a:r>
              <a:rPr lang="en-US" dirty="0" err="1"/>
              <a:t>cầu</a:t>
            </a:r>
            <a:endParaRPr lang="en-US" dirty="0"/>
          </a:p>
          <a:p>
            <a:r>
              <a:rPr lang="en-US" dirty="0" err="1"/>
              <a:t>Thiết</a:t>
            </a:r>
            <a:r>
              <a:rPr lang="en-US" dirty="0"/>
              <a:t> </a:t>
            </a:r>
            <a:r>
              <a:rPr lang="en-US" dirty="0" err="1"/>
              <a:t>kế</a:t>
            </a:r>
            <a:r>
              <a:rPr lang="en-US" dirty="0"/>
              <a:t> </a:t>
            </a:r>
            <a:r>
              <a:rPr lang="en-US" dirty="0" err="1"/>
              <a:t>kiến</a:t>
            </a:r>
            <a:r>
              <a:rPr lang="en-US" dirty="0"/>
              <a:t> </a:t>
            </a:r>
            <a:r>
              <a:rPr lang="en-US" dirty="0" err="1"/>
              <a:t>trúc</a:t>
            </a:r>
            <a:r>
              <a:rPr lang="en-US" dirty="0"/>
              <a:t> </a:t>
            </a:r>
            <a:r>
              <a:rPr lang="en-US" dirty="0" err="1"/>
              <a:t>hệ</a:t>
            </a:r>
            <a:r>
              <a:rPr lang="en-US" dirty="0"/>
              <a:t> </a:t>
            </a:r>
            <a:r>
              <a:rPr lang="en-US" dirty="0" err="1"/>
              <a:t>thống</a:t>
            </a:r>
            <a:endParaRPr lang="en-US" dirty="0"/>
          </a:p>
          <a:p>
            <a:r>
              <a:rPr lang="en-US" dirty="0" err="1"/>
              <a:t>Thiết</a:t>
            </a:r>
            <a:r>
              <a:rPr lang="en-US" dirty="0"/>
              <a:t> </a:t>
            </a:r>
            <a:r>
              <a:rPr lang="en-US" dirty="0" err="1"/>
              <a:t>kế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lưu</a:t>
            </a:r>
            <a:r>
              <a:rPr lang="en-US" dirty="0"/>
              <a:t> </a:t>
            </a:r>
            <a:r>
              <a:rPr lang="en-US" dirty="0" err="1"/>
              <a:t>trữ</a:t>
            </a:r>
            <a:endParaRPr lang="en-US" dirty="0"/>
          </a:p>
          <a:p>
            <a:r>
              <a:rPr lang="en-US" dirty="0" err="1"/>
              <a:t>Thiết</a:t>
            </a:r>
            <a:r>
              <a:rPr lang="en-US" dirty="0"/>
              <a:t> </a:t>
            </a:r>
            <a:r>
              <a:rPr lang="en-US" dirty="0" err="1"/>
              <a:t>kế</a:t>
            </a:r>
            <a:r>
              <a:rPr lang="en-US" dirty="0"/>
              <a:t> </a:t>
            </a:r>
            <a:r>
              <a:rPr lang="en-US" dirty="0" err="1"/>
              <a:t>luồng</a:t>
            </a:r>
            <a:r>
              <a:rPr lang="en-US" dirty="0"/>
              <a:t> </a:t>
            </a:r>
            <a:r>
              <a:rPr lang="en-US" dirty="0" err="1"/>
              <a:t>xử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tương</a:t>
            </a:r>
            <a:r>
              <a:rPr lang="en-US" dirty="0"/>
              <a:t> </a:t>
            </a:r>
            <a:r>
              <a:rPr lang="en-US" dirty="0" err="1"/>
              <a:t>tác</a:t>
            </a:r>
            <a:endParaRPr lang="en-US" dirty="0"/>
          </a:p>
          <a:p>
            <a:r>
              <a:rPr lang="en-US" dirty="0" err="1"/>
              <a:t>Thiết</a:t>
            </a:r>
            <a:r>
              <a:rPr lang="en-US" dirty="0"/>
              <a:t> </a:t>
            </a:r>
            <a:r>
              <a:rPr lang="en-US" dirty="0" err="1"/>
              <a:t>kế</a:t>
            </a:r>
            <a:r>
              <a:rPr lang="en-US" dirty="0"/>
              <a:t> API</a:t>
            </a:r>
          </a:p>
        </p:txBody>
      </p:sp>
    </p:spTree>
    <p:extLst>
      <p:ext uri="{BB962C8B-B14F-4D97-AF65-F5344CB8AC3E}">
        <p14:creationId xmlns:p14="http://schemas.microsoft.com/office/powerpoint/2010/main" val="2923640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68105C-66D0-A0D0-3817-03B944586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4FCF8A8-1509-EC62-163E-C461870EC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149D853-7455-FEB7-DB7D-40EE29D1A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Tổng</a:t>
            </a:r>
            <a:r>
              <a:rPr lang="en-US" dirty="0"/>
              <a:t> </a:t>
            </a:r>
            <a:r>
              <a:rPr lang="en-US" dirty="0" err="1"/>
              <a:t>quan</a:t>
            </a:r>
            <a:r>
              <a:rPr lang="en-US" dirty="0"/>
              <a:t> </a:t>
            </a:r>
            <a:r>
              <a:rPr lang="en-US" dirty="0" err="1"/>
              <a:t>dự</a:t>
            </a:r>
            <a:r>
              <a:rPr lang="en-US" dirty="0"/>
              <a:t> </a:t>
            </a:r>
            <a:r>
              <a:rPr lang="en-US" dirty="0" err="1"/>
              <a:t>án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89CE3F-B463-967A-F7FE-12CBC80BBC2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vi-VN" b="1" dirty="0"/>
              <a:t>Mục tiêu dự án:</a:t>
            </a:r>
            <a:r>
              <a:rPr lang="vi-VN" dirty="0"/>
              <a:t> Xây dựng nền tảng E-learning chuyên sâu cho IELTS Writing Task 2 với hệ thống chấm chữa tự động bằng AI. </a:t>
            </a:r>
            <a:endParaRPr lang="en-US" dirty="0"/>
          </a:p>
          <a:p>
            <a:r>
              <a:rPr lang="vi-VN" b="1" dirty="0"/>
              <a:t>Đối tượng người dùng:</a:t>
            </a:r>
            <a:r>
              <a:rPr lang="vi-VN" dirty="0"/>
              <a:t> Học viên luyện thi IELTS và Quản trị viên/Giáo viên. </a:t>
            </a:r>
            <a:endParaRPr lang="en-US" dirty="0"/>
          </a:p>
          <a:p>
            <a:r>
              <a:rPr lang="vi-VN" b="1" dirty="0"/>
              <a:t>Phạm vi hệ thống</a:t>
            </a:r>
            <a:r>
              <a:rPr lang="en-US" b="1" dirty="0"/>
              <a:t>:</a:t>
            </a:r>
            <a:endParaRPr lang="vi-VN" dirty="0"/>
          </a:p>
          <a:p>
            <a:pPr lvl="1"/>
            <a:r>
              <a:rPr lang="vi-VN" sz="2800" dirty="0"/>
              <a:t>Hệ thống Khóa học phân cấp (Band 5, 6, 7).</a:t>
            </a:r>
          </a:p>
          <a:p>
            <a:pPr lvl="1"/>
            <a:r>
              <a:rPr lang="vi-VN" sz="2800" dirty="0"/>
              <a:t>Kho Tài liệu &amp; Bài mẫu phân tích sâu.</a:t>
            </a:r>
          </a:p>
          <a:p>
            <a:pPr lvl="1"/>
            <a:r>
              <a:rPr lang="vi-VN" sz="2800" dirty="0"/>
              <a:t>Sổ tay Cá nhân &amp; Ôn tập (Flashcards).</a:t>
            </a:r>
          </a:p>
          <a:p>
            <a:pPr lvl="1"/>
            <a:r>
              <a:rPr lang="vi-VN" sz="2800" dirty="0"/>
              <a:t>Không gian Luyện tập &amp; Chấm chữa AI.</a:t>
            </a:r>
          </a:p>
        </p:txBody>
      </p:sp>
    </p:spTree>
    <p:extLst>
      <p:ext uri="{BB962C8B-B14F-4D97-AF65-F5344CB8AC3E}">
        <p14:creationId xmlns:p14="http://schemas.microsoft.com/office/powerpoint/2010/main" val="21623307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CFFD71-1FA2-BF2E-F170-26F26F387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6E417E4-1F72-D689-F4EA-52BEFFB728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F1702EC-0D5D-FAA2-2394-6AA9BF474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tích</a:t>
            </a:r>
            <a:r>
              <a:rPr lang="en-US" dirty="0"/>
              <a:t> </a:t>
            </a:r>
            <a:r>
              <a:rPr lang="en-US" dirty="0" err="1"/>
              <a:t>yêu</a:t>
            </a:r>
            <a:r>
              <a:rPr lang="en-US" dirty="0"/>
              <a:t> </a:t>
            </a:r>
            <a:r>
              <a:rPr lang="en-US" dirty="0" err="1"/>
              <a:t>cầu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E5C7B2-0D17-7CD3-0D87-1E064562CFA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 err="1"/>
              <a:t>Tác</a:t>
            </a:r>
            <a:r>
              <a:rPr lang="en-US" b="1" dirty="0"/>
              <a:t> </a:t>
            </a:r>
            <a:r>
              <a:rPr lang="en-US" b="1" dirty="0" err="1"/>
              <a:t>nhân</a:t>
            </a:r>
            <a:r>
              <a:rPr lang="en-US" b="1" dirty="0"/>
              <a:t>:</a:t>
            </a:r>
            <a:r>
              <a:rPr lang="en-US" dirty="0"/>
              <a:t> Học </a:t>
            </a:r>
            <a:r>
              <a:rPr lang="en-US" dirty="0" err="1"/>
              <a:t>viên</a:t>
            </a:r>
            <a:r>
              <a:rPr lang="en-US" dirty="0"/>
              <a:t>, Admin, </a:t>
            </a:r>
            <a:r>
              <a:rPr lang="en-US" dirty="0" err="1"/>
              <a:t>Hệ</a:t>
            </a:r>
            <a:r>
              <a:rPr lang="en-US" dirty="0"/>
              <a:t> </a:t>
            </a:r>
            <a:r>
              <a:rPr lang="en-US" dirty="0" err="1"/>
              <a:t>thống</a:t>
            </a:r>
            <a:r>
              <a:rPr lang="en-US" dirty="0"/>
              <a:t> AI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DF2967-0284-B8FB-129D-95888BF706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4435" y="1278188"/>
            <a:ext cx="4300268" cy="47385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66D9641-79ED-88EB-D3E2-DE8F086C53B0}"/>
              </a:ext>
            </a:extLst>
          </p:cNvPr>
          <p:cNvSpPr txBox="1"/>
          <p:nvPr/>
        </p:nvSpPr>
        <p:spPr>
          <a:xfrm>
            <a:off x="2984740" y="6043803"/>
            <a:ext cx="27147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Biểu</a:t>
            </a:r>
            <a:r>
              <a:rPr lang="en-US" dirty="0"/>
              <a:t> </a:t>
            </a:r>
            <a:r>
              <a:rPr lang="en-US" dirty="0" err="1"/>
              <a:t>đồ</a:t>
            </a:r>
            <a:r>
              <a:rPr lang="en-US" dirty="0"/>
              <a:t> </a:t>
            </a:r>
            <a:r>
              <a:rPr lang="en-US" dirty="0" err="1"/>
              <a:t>Usecase</a:t>
            </a:r>
            <a:r>
              <a:rPr lang="en-US" dirty="0"/>
              <a:t> </a:t>
            </a:r>
            <a:r>
              <a:rPr lang="en-US" dirty="0" err="1"/>
              <a:t>tổng</a:t>
            </a:r>
            <a:r>
              <a:rPr lang="en-US" dirty="0"/>
              <a:t> </a:t>
            </a:r>
            <a:r>
              <a:rPr lang="en-US" dirty="0" err="1"/>
              <a:t>quan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98410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FD047-D08D-144D-22A8-C0DB01AA4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612CF18-C666-38AA-6C40-743D1B764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BB25F-96F1-F8F7-6201-092801C53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tích</a:t>
            </a:r>
            <a:r>
              <a:rPr lang="en-US" dirty="0"/>
              <a:t> </a:t>
            </a:r>
            <a:r>
              <a:rPr lang="en-US" dirty="0" err="1"/>
              <a:t>yêu</a:t>
            </a:r>
            <a:r>
              <a:rPr lang="en-US" dirty="0"/>
              <a:t> </a:t>
            </a:r>
            <a:r>
              <a:rPr lang="en-US" dirty="0" err="1"/>
              <a:t>cầu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6D7C8A-EC16-DE3E-3495-2B36EA84156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AD61D0-BFB0-34DE-0D2A-FE78A54D0BB2}"/>
              </a:ext>
            </a:extLst>
          </p:cNvPr>
          <p:cNvSpPr txBox="1"/>
          <p:nvPr/>
        </p:nvSpPr>
        <p:spPr>
          <a:xfrm>
            <a:off x="2295810" y="5364691"/>
            <a:ext cx="418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Sơ</a:t>
            </a:r>
            <a:r>
              <a:rPr lang="en-US" dirty="0"/>
              <a:t> </a:t>
            </a:r>
            <a:r>
              <a:rPr lang="en-US" dirty="0" err="1"/>
              <a:t>đồ</a:t>
            </a:r>
            <a:r>
              <a:rPr lang="en-US" dirty="0"/>
              <a:t> </a:t>
            </a:r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rã</a:t>
            </a:r>
            <a:r>
              <a:rPr lang="en-US" dirty="0"/>
              <a:t> </a:t>
            </a:r>
            <a:r>
              <a:rPr lang="en-US" dirty="0" err="1"/>
              <a:t>Usecase</a:t>
            </a:r>
            <a:r>
              <a:rPr lang="en-US" dirty="0"/>
              <a:t> “Học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khóa</a:t>
            </a:r>
            <a:r>
              <a:rPr lang="en-US" dirty="0"/>
              <a:t> </a:t>
            </a:r>
            <a:r>
              <a:rPr lang="en-US" dirty="0" err="1"/>
              <a:t>học</a:t>
            </a:r>
            <a:r>
              <a:rPr lang="en-US" dirty="0"/>
              <a:t>”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3E7D63-9FB8-5285-0632-30F134660F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9929" y="957838"/>
            <a:ext cx="6413740" cy="4399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83334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0F4EA-C7DD-723E-7231-03C300C93E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9058541-45F4-BB6D-A5CE-82AAC6AEF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6A0EC07-37E0-99A6-A3BE-FAE4C2199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tích</a:t>
            </a:r>
            <a:r>
              <a:rPr lang="en-US" dirty="0"/>
              <a:t> </a:t>
            </a:r>
            <a:r>
              <a:rPr lang="en-US" dirty="0" err="1"/>
              <a:t>yêu</a:t>
            </a:r>
            <a:r>
              <a:rPr lang="en-US" dirty="0"/>
              <a:t> </a:t>
            </a:r>
            <a:r>
              <a:rPr lang="en-US" dirty="0" err="1"/>
              <a:t>cầu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BF3FAB-AE43-E018-4D72-7400812256E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C0AE56-EE9D-F8C0-D7F9-B428DE82232D}"/>
              </a:ext>
            </a:extLst>
          </p:cNvPr>
          <p:cNvSpPr txBox="1"/>
          <p:nvPr/>
        </p:nvSpPr>
        <p:spPr>
          <a:xfrm>
            <a:off x="2295810" y="5364691"/>
            <a:ext cx="47620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Sơ</a:t>
            </a:r>
            <a:r>
              <a:rPr lang="en-US" dirty="0"/>
              <a:t> </a:t>
            </a:r>
            <a:r>
              <a:rPr lang="en-US" dirty="0" err="1"/>
              <a:t>đồ</a:t>
            </a:r>
            <a:r>
              <a:rPr lang="en-US" dirty="0"/>
              <a:t> </a:t>
            </a:r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rã</a:t>
            </a:r>
            <a:r>
              <a:rPr lang="en-US" dirty="0"/>
              <a:t> </a:t>
            </a:r>
            <a:r>
              <a:rPr lang="en-US" dirty="0" err="1"/>
              <a:t>Usecase</a:t>
            </a:r>
            <a:r>
              <a:rPr lang="en-US" dirty="0"/>
              <a:t> “Tham </a:t>
            </a:r>
            <a:r>
              <a:rPr lang="en-US" dirty="0" err="1"/>
              <a:t>khảo</a:t>
            </a:r>
            <a:r>
              <a:rPr lang="en-US" dirty="0"/>
              <a:t> </a:t>
            </a:r>
            <a:r>
              <a:rPr lang="en-US" dirty="0" err="1"/>
              <a:t>tài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mẫu</a:t>
            </a:r>
            <a:r>
              <a:rPr lang="en-US" dirty="0"/>
              <a:t>”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47504FC-B8D7-F3CA-9325-93A3DF1654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4999" y="930486"/>
            <a:ext cx="5943600" cy="4434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52250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39A1BE-01DF-F885-516D-A8ACBCBAA5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42CC1BD-83F9-E2BD-5104-3F4B0EF63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22578D2-059F-A64C-9665-654C844E0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tích</a:t>
            </a:r>
            <a:r>
              <a:rPr lang="en-US" dirty="0"/>
              <a:t> </a:t>
            </a:r>
            <a:r>
              <a:rPr lang="en-US" dirty="0" err="1"/>
              <a:t>yêu</a:t>
            </a:r>
            <a:r>
              <a:rPr lang="en-US" dirty="0"/>
              <a:t> </a:t>
            </a:r>
            <a:r>
              <a:rPr lang="en-US" dirty="0" err="1"/>
              <a:t>cầu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974F93-391F-13E1-8729-0047698A3B3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B4312B-89BA-A937-C140-3FC902CB6D6D}"/>
              </a:ext>
            </a:extLst>
          </p:cNvPr>
          <p:cNvSpPr txBox="1"/>
          <p:nvPr/>
        </p:nvSpPr>
        <p:spPr>
          <a:xfrm>
            <a:off x="2295810" y="5364691"/>
            <a:ext cx="46404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Sơ</a:t>
            </a:r>
            <a:r>
              <a:rPr lang="en-US" dirty="0"/>
              <a:t> </a:t>
            </a:r>
            <a:r>
              <a:rPr lang="en-US" dirty="0" err="1"/>
              <a:t>đồ</a:t>
            </a:r>
            <a:r>
              <a:rPr lang="en-US" dirty="0"/>
              <a:t> </a:t>
            </a:r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rã</a:t>
            </a:r>
            <a:r>
              <a:rPr lang="en-US" dirty="0"/>
              <a:t> </a:t>
            </a:r>
            <a:r>
              <a:rPr lang="en-US" dirty="0" err="1"/>
              <a:t>Usecase</a:t>
            </a:r>
            <a:r>
              <a:rPr lang="en-US" dirty="0"/>
              <a:t> “Lưu </a:t>
            </a:r>
            <a:r>
              <a:rPr lang="en-US" dirty="0" err="1"/>
              <a:t>ghi</a:t>
            </a:r>
            <a:r>
              <a:rPr lang="en-US" dirty="0"/>
              <a:t> </a:t>
            </a:r>
            <a:r>
              <a:rPr lang="en-US" dirty="0" err="1"/>
              <a:t>chú</a:t>
            </a:r>
            <a:r>
              <a:rPr lang="en-US" dirty="0"/>
              <a:t> </a:t>
            </a:r>
            <a:r>
              <a:rPr lang="en-US" dirty="0" err="1"/>
              <a:t>vào</a:t>
            </a:r>
            <a:r>
              <a:rPr lang="en-US" dirty="0"/>
              <a:t> </a:t>
            </a:r>
            <a:r>
              <a:rPr lang="en-US" dirty="0" err="1"/>
              <a:t>sổ</a:t>
            </a:r>
            <a:r>
              <a:rPr lang="en-US" dirty="0"/>
              <a:t> </a:t>
            </a:r>
            <a:r>
              <a:rPr lang="en-US" dirty="0" err="1"/>
              <a:t>tay</a:t>
            </a:r>
            <a:r>
              <a:rPr lang="en-US" dirty="0"/>
              <a:t>”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0DF4FA-6C76-9317-06D8-A12C4B36E3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2396" y="957838"/>
            <a:ext cx="6698412" cy="43088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0244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EEA34-294D-7A04-71DD-BF112C139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1D1DD23-5F67-9552-D2BD-982A8DED8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545514A-475A-101C-A1FC-6E47CBEE96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tích</a:t>
            </a:r>
            <a:r>
              <a:rPr lang="en-US" dirty="0"/>
              <a:t> </a:t>
            </a:r>
            <a:r>
              <a:rPr lang="en-US" dirty="0" err="1"/>
              <a:t>yêu</a:t>
            </a:r>
            <a:r>
              <a:rPr lang="en-US" dirty="0"/>
              <a:t> </a:t>
            </a:r>
            <a:r>
              <a:rPr lang="en-US" dirty="0" err="1"/>
              <a:t>cầu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B44A75-E037-54FD-CB26-7248946E830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919CE2-EBDB-F989-7F09-EC1255C8C9E3}"/>
              </a:ext>
            </a:extLst>
          </p:cNvPr>
          <p:cNvSpPr txBox="1"/>
          <p:nvPr/>
        </p:nvSpPr>
        <p:spPr>
          <a:xfrm>
            <a:off x="2295810" y="5364691"/>
            <a:ext cx="47515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Sơ</a:t>
            </a:r>
            <a:r>
              <a:rPr lang="en-US" dirty="0"/>
              <a:t> </a:t>
            </a:r>
            <a:r>
              <a:rPr lang="en-US" dirty="0" err="1"/>
              <a:t>đồ</a:t>
            </a:r>
            <a:r>
              <a:rPr lang="en-US" dirty="0"/>
              <a:t> </a:t>
            </a:r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rã</a:t>
            </a:r>
            <a:r>
              <a:rPr lang="en-US" dirty="0"/>
              <a:t> </a:t>
            </a:r>
            <a:r>
              <a:rPr lang="en-US" dirty="0" err="1"/>
              <a:t>Usecase</a:t>
            </a:r>
            <a:r>
              <a:rPr lang="en-US" dirty="0"/>
              <a:t> “</a:t>
            </a:r>
            <a:r>
              <a:rPr lang="en-US" dirty="0" err="1"/>
              <a:t>Tạo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ôn</a:t>
            </a:r>
            <a:r>
              <a:rPr lang="en-US" dirty="0"/>
              <a:t> </a:t>
            </a:r>
            <a:r>
              <a:rPr lang="en-US" dirty="0" err="1"/>
              <a:t>tập</a:t>
            </a:r>
            <a:r>
              <a:rPr lang="en-US" dirty="0"/>
              <a:t> Flashcard”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B100F95-A4F6-49D8-31BE-888A10F3AB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414" y="1081252"/>
            <a:ext cx="8065729" cy="3972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60903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AE3FE-58A8-E45D-4BC9-6F5CA7885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57743DA-611E-7531-FB38-17231C82D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0898AAE-62CD-D7F2-4EC4-0EB051DE59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tích</a:t>
            </a:r>
            <a:r>
              <a:rPr lang="en-US" dirty="0"/>
              <a:t> </a:t>
            </a:r>
            <a:r>
              <a:rPr lang="en-US" dirty="0" err="1"/>
              <a:t>yêu</a:t>
            </a:r>
            <a:r>
              <a:rPr lang="en-US" dirty="0"/>
              <a:t> </a:t>
            </a:r>
            <a:r>
              <a:rPr lang="en-US" dirty="0" err="1"/>
              <a:t>cầu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C07767-F4D9-2111-8C9D-2E90FE606B2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C5FD76-AED8-A35C-6EA2-E80913749044}"/>
              </a:ext>
            </a:extLst>
          </p:cNvPr>
          <p:cNvSpPr txBox="1"/>
          <p:nvPr/>
        </p:nvSpPr>
        <p:spPr>
          <a:xfrm>
            <a:off x="2295810" y="5364691"/>
            <a:ext cx="35932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Sơ</a:t>
            </a:r>
            <a:r>
              <a:rPr lang="en-US" dirty="0"/>
              <a:t> </a:t>
            </a:r>
            <a:r>
              <a:rPr lang="en-US" dirty="0" err="1"/>
              <a:t>đồ</a:t>
            </a:r>
            <a:r>
              <a:rPr lang="en-US" dirty="0"/>
              <a:t> </a:t>
            </a:r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rã</a:t>
            </a:r>
            <a:r>
              <a:rPr lang="en-US" dirty="0"/>
              <a:t> </a:t>
            </a:r>
            <a:r>
              <a:rPr lang="en-US" dirty="0" err="1"/>
              <a:t>Usecase</a:t>
            </a:r>
            <a:r>
              <a:rPr lang="en-US" dirty="0"/>
              <a:t> “</a:t>
            </a:r>
            <a:r>
              <a:rPr lang="en-US" dirty="0" err="1"/>
              <a:t>Làm</a:t>
            </a:r>
            <a:r>
              <a:rPr lang="en-US" dirty="0"/>
              <a:t> </a:t>
            </a:r>
            <a:r>
              <a:rPr lang="en-US" dirty="0" err="1"/>
              <a:t>bài</a:t>
            </a:r>
            <a:r>
              <a:rPr lang="en-US" dirty="0"/>
              <a:t> </a:t>
            </a:r>
            <a:r>
              <a:rPr lang="en-US" dirty="0" err="1"/>
              <a:t>thi</a:t>
            </a:r>
            <a:r>
              <a:rPr lang="en-US" dirty="0"/>
              <a:t>”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231520C-0AA0-E0CF-9979-A3BEA515B7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655" y="841247"/>
            <a:ext cx="6461964" cy="4363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24053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BCDB30-B413-A5F0-3F00-03F89A8DA0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8AEB349-FAFA-C9AE-6DB5-9B299AAFD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0E3BF0D-8DEC-4ADE-0464-7B9B8D886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tích</a:t>
            </a:r>
            <a:r>
              <a:rPr lang="en-US" dirty="0"/>
              <a:t> </a:t>
            </a:r>
            <a:r>
              <a:rPr lang="en-US" dirty="0" err="1"/>
              <a:t>yêu</a:t>
            </a:r>
            <a:r>
              <a:rPr lang="en-US" dirty="0"/>
              <a:t> </a:t>
            </a:r>
            <a:r>
              <a:rPr lang="en-US" dirty="0" err="1"/>
              <a:t>cầu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76AFA3-4B0E-5E29-FA7B-FA1E5204903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8A64F1-1BEE-FCE7-4CA4-95D9575F3209}"/>
              </a:ext>
            </a:extLst>
          </p:cNvPr>
          <p:cNvSpPr txBox="1"/>
          <p:nvPr/>
        </p:nvSpPr>
        <p:spPr>
          <a:xfrm>
            <a:off x="2295810" y="5364691"/>
            <a:ext cx="4571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Sơ</a:t>
            </a:r>
            <a:r>
              <a:rPr lang="en-US" dirty="0"/>
              <a:t> </a:t>
            </a:r>
            <a:r>
              <a:rPr lang="en-US" dirty="0" err="1"/>
              <a:t>đồ</a:t>
            </a:r>
            <a:r>
              <a:rPr lang="en-US" dirty="0"/>
              <a:t> </a:t>
            </a:r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rã</a:t>
            </a:r>
            <a:r>
              <a:rPr lang="en-US" dirty="0"/>
              <a:t> </a:t>
            </a:r>
            <a:r>
              <a:rPr lang="en-US" dirty="0" err="1"/>
              <a:t>Usecase</a:t>
            </a:r>
            <a:r>
              <a:rPr lang="en-US" dirty="0"/>
              <a:t> "Xem </a:t>
            </a:r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</a:t>
            </a:r>
            <a:r>
              <a:rPr lang="en-US" dirty="0" err="1"/>
              <a:t>đánh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"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3BA54D1-F4B4-522F-C739-0E316D6C3E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503" y="1171422"/>
            <a:ext cx="7532994" cy="3732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7927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8AF28-5EB7-C30A-D9C3-BB1D1DBF3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99BA955-F699-C45A-783E-445F4BF53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E2E6AF3-F2B0-4184-BD9C-688B4B726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tích</a:t>
            </a:r>
            <a:r>
              <a:rPr lang="en-US" dirty="0"/>
              <a:t> </a:t>
            </a:r>
            <a:r>
              <a:rPr lang="en-US" dirty="0" err="1"/>
              <a:t>yêu</a:t>
            </a:r>
            <a:r>
              <a:rPr lang="en-US" dirty="0"/>
              <a:t> </a:t>
            </a:r>
            <a:r>
              <a:rPr lang="en-US" dirty="0" err="1"/>
              <a:t>cầu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10A739-3D22-9D8B-C0CB-1670B1DD857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BE9590-928B-EED1-FB32-E3C127D0AFD5}"/>
              </a:ext>
            </a:extLst>
          </p:cNvPr>
          <p:cNvSpPr txBox="1"/>
          <p:nvPr/>
        </p:nvSpPr>
        <p:spPr>
          <a:xfrm>
            <a:off x="2304436" y="5675586"/>
            <a:ext cx="41781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Sơ</a:t>
            </a:r>
            <a:r>
              <a:rPr lang="en-US" dirty="0"/>
              <a:t> </a:t>
            </a:r>
            <a:r>
              <a:rPr lang="en-US" dirty="0" err="1"/>
              <a:t>đồ</a:t>
            </a:r>
            <a:r>
              <a:rPr lang="en-US" dirty="0"/>
              <a:t> </a:t>
            </a:r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rã</a:t>
            </a:r>
            <a:r>
              <a:rPr lang="en-US" dirty="0"/>
              <a:t> </a:t>
            </a:r>
            <a:r>
              <a:rPr lang="en-US" dirty="0" err="1"/>
              <a:t>Usecase</a:t>
            </a:r>
            <a:r>
              <a:rPr lang="en-US" dirty="0"/>
              <a:t> “Quản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khóa</a:t>
            </a:r>
            <a:r>
              <a:rPr lang="en-US" dirty="0"/>
              <a:t> </a:t>
            </a:r>
            <a:r>
              <a:rPr lang="en-US" dirty="0" err="1"/>
              <a:t>học</a:t>
            </a:r>
            <a:r>
              <a:rPr lang="en-US" dirty="0"/>
              <a:t>”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BA7FF40-6519-54FB-9CC9-E825973951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625" y="841247"/>
            <a:ext cx="5943600" cy="4736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21567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EBEB4-921C-39A3-D240-BB0FAEACB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13B708-54A0-3E99-580C-D407417A9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8F1F489-BD86-5788-E867-C21F5D7530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tích</a:t>
            </a:r>
            <a:r>
              <a:rPr lang="en-US" dirty="0"/>
              <a:t> </a:t>
            </a:r>
            <a:r>
              <a:rPr lang="en-US" dirty="0" err="1"/>
              <a:t>yêu</a:t>
            </a:r>
            <a:r>
              <a:rPr lang="en-US" dirty="0"/>
              <a:t> </a:t>
            </a:r>
            <a:r>
              <a:rPr lang="en-US" dirty="0" err="1"/>
              <a:t>cầu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86808D2-309A-116B-58F1-D47949C2515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0F3E81-DE63-C111-80CC-032A73C3A1E6}"/>
              </a:ext>
            </a:extLst>
          </p:cNvPr>
          <p:cNvSpPr txBox="1"/>
          <p:nvPr/>
        </p:nvSpPr>
        <p:spPr>
          <a:xfrm>
            <a:off x="2295810" y="5745602"/>
            <a:ext cx="44286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Sơ</a:t>
            </a:r>
            <a:r>
              <a:rPr lang="en-US" dirty="0"/>
              <a:t> </a:t>
            </a:r>
            <a:r>
              <a:rPr lang="en-US" dirty="0" err="1"/>
              <a:t>đồ</a:t>
            </a:r>
            <a:r>
              <a:rPr lang="en-US" dirty="0"/>
              <a:t> </a:t>
            </a:r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rã</a:t>
            </a:r>
            <a:r>
              <a:rPr lang="en-US" dirty="0"/>
              <a:t> </a:t>
            </a:r>
            <a:r>
              <a:rPr lang="en-US" dirty="0" err="1"/>
              <a:t>Usecase</a:t>
            </a:r>
            <a:r>
              <a:rPr lang="en-US" dirty="0"/>
              <a:t> “Quản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tài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mẫu</a:t>
            </a:r>
            <a:r>
              <a:rPr lang="en-US" dirty="0"/>
              <a:t>”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DC5AF14-40B8-8946-5B4A-C76E81D40B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334" y="791842"/>
            <a:ext cx="5943600" cy="5003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07458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AE3C0-EA8F-53E1-790C-721D73AAA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7FAB15E-B004-0CBD-91F9-FD631006D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3285918-AA3E-EF63-BAB5-09A47D125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tích</a:t>
            </a:r>
            <a:r>
              <a:rPr lang="en-US" dirty="0"/>
              <a:t> </a:t>
            </a:r>
            <a:r>
              <a:rPr lang="en-US" dirty="0" err="1"/>
              <a:t>yêu</a:t>
            </a:r>
            <a:r>
              <a:rPr lang="en-US" dirty="0"/>
              <a:t> </a:t>
            </a:r>
            <a:r>
              <a:rPr lang="en-US" dirty="0" err="1"/>
              <a:t>cầu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ADD0E5-8ACE-ED20-44D5-E4138D548ED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EB4582-ACCD-63B2-C74A-B3C5B61648A6}"/>
              </a:ext>
            </a:extLst>
          </p:cNvPr>
          <p:cNvSpPr txBox="1"/>
          <p:nvPr/>
        </p:nvSpPr>
        <p:spPr>
          <a:xfrm>
            <a:off x="2295810" y="5745602"/>
            <a:ext cx="4595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Sơ</a:t>
            </a:r>
            <a:r>
              <a:rPr lang="en-US" dirty="0"/>
              <a:t> </a:t>
            </a:r>
            <a:r>
              <a:rPr lang="en-US" dirty="0" err="1"/>
              <a:t>đồ</a:t>
            </a:r>
            <a:r>
              <a:rPr lang="en-US" dirty="0"/>
              <a:t> </a:t>
            </a:r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rã</a:t>
            </a:r>
            <a:r>
              <a:rPr lang="en-US" dirty="0"/>
              <a:t> </a:t>
            </a:r>
            <a:r>
              <a:rPr lang="en-US" dirty="0" err="1"/>
              <a:t>Usecase</a:t>
            </a:r>
            <a:r>
              <a:rPr lang="en-US" dirty="0"/>
              <a:t> “Quản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ngân</a:t>
            </a:r>
            <a:r>
              <a:rPr lang="en-US" dirty="0"/>
              <a:t> </a:t>
            </a:r>
            <a:r>
              <a:rPr lang="en-US" dirty="0" err="1"/>
              <a:t>hàng</a:t>
            </a:r>
            <a:r>
              <a:rPr lang="en-US" dirty="0"/>
              <a:t> </a:t>
            </a:r>
            <a:r>
              <a:rPr lang="en-US" dirty="0" err="1"/>
              <a:t>đề</a:t>
            </a:r>
            <a:r>
              <a:rPr lang="en-US" dirty="0"/>
              <a:t>”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DE2F23-AADC-27D4-1A77-E9359ED50F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976" y="841247"/>
            <a:ext cx="6860047" cy="4758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11088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AF2F74-1F80-21EE-8A76-99A391E86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778D025-6865-7EA9-D43C-C9AA62AAF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75BF27A-4984-75FC-414B-91B0E48481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tích</a:t>
            </a:r>
            <a:r>
              <a:rPr lang="en-US" dirty="0"/>
              <a:t> </a:t>
            </a:r>
            <a:r>
              <a:rPr lang="en-US" dirty="0" err="1"/>
              <a:t>yêu</a:t>
            </a:r>
            <a:r>
              <a:rPr lang="en-US" dirty="0"/>
              <a:t> </a:t>
            </a:r>
            <a:r>
              <a:rPr lang="en-US" dirty="0" err="1"/>
              <a:t>cầu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C60184-7692-2C0D-CB90-3DDB124A088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077345-20F7-6B79-33B9-4C8700CD346C}"/>
              </a:ext>
            </a:extLst>
          </p:cNvPr>
          <p:cNvSpPr txBox="1"/>
          <p:nvPr/>
        </p:nvSpPr>
        <p:spPr>
          <a:xfrm>
            <a:off x="2295810" y="5745602"/>
            <a:ext cx="50377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Sơ</a:t>
            </a:r>
            <a:r>
              <a:rPr lang="en-US" dirty="0"/>
              <a:t> </a:t>
            </a:r>
            <a:r>
              <a:rPr lang="en-US" dirty="0" err="1"/>
              <a:t>đồ</a:t>
            </a:r>
            <a:r>
              <a:rPr lang="en-US" dirty="0"/>
              <a:t> </a:t>
            </a:r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rã</a:t>
            </a:r>
            <a:r>
              <a:rPr lang="en-US" dirty="0"/>
              <a:t> </a:t>
            </a:r>
            <a:r>
              <a:rPr lang="en-US" dirty="0" err="1"/>
              <a:t>Usecase</a:t>
            </a:r>
            <a:r>
              <a:rPr lang="en-US" dirty="0"/>
              <a:t> “Quản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tài</a:t>
            </a:r>
            <a:r>
              <a:rPr lang="en-US" dirty="0"/>
              <a:t> </a:t>
            </a:r>
            <a:r>
              <a:rPr lang="en-US" dirty="0" err="1"/>
              <a:t>khoản</a:t>
            </a:r>
            <a:r>
              <a:rPr lang="en-US" dirty="0"/>
              <a:t> </a:t>
            </a:r>
            <a:r>
              <a:rPr lang="en-US" dirty="0" err="1"/>
              <a:t>học</a:t>
            </a:r>
            <a:r>
              <a:rPr lang="en-US" dirty="0"/>
              <a:t> </a:t>
            </a:r>
            <a:r>
              <a:rPr lang="en-US" dirty="0" err="1"/>
              <a:t>viên</a:t>
            </a:r>
            <a:r>
              <a:rPr lang="en-US" dirty="0"/>
              <a:t>”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1ACACBB-D7E0-1B97-D060-DEB8134D40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160" y="952358"/>
            <a:ext cx="7771680" cy="4365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5081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D7521A-BC1A-5706-61E4-F46308125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A0E8FAE-92BF-9D20-66F9-02192176C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2DE63D-9E10-8EA2-921E-95935B80A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Thiết</a:t>
            </a:r>
            <a:r>
              <a:rPr lang="en-US" dirty="0"/>
              <a:t> </a:t>
            </a:r>
            <a:r>
              <a:rPr lang="en-US" dirty="0" err="1"/>
              <a:t>kế</a:t>
            </a:r>
            <a:r>
              <a:rPr lang="en-US" dirty="0"/>
              <a:t> </a:t>
            </a:r>
            <a:r>
              <a:rPr lang="en-US" dirty="0" err="1"/>
              <a:t>kiến</a:t>
            </a:r>
            <a:r>
              <a:rPr lang="en-US" dirty="0"/>
              <a:t> </a:t>
            </a:r>
            <a:r>
              <a:rPr lang="en-US" dirty="0" err="1"/>
              <a:t>trúc</a:t>
            </a:r>
            <a:r>
              <a:rPr lang="en-US" dirty="0"/>
              <a:t> </a:t>
            </a:r>
            <a:r>
              <a:rPr lang="en-US" dirty="0" err="1"/>
              <a:t>hệ</a:t>
            </a:r>
            <a:r>
              <a:rPr lang="en-US" dirty="0"/>
              <a:t> </a:t>
            </a:r>
            <a:r>
              <a:rPr lang="en-US" dirty="0" err="1"/>
              <a:t>thống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F1BBDA9-E9E2-B6F9-7193-73BBDE10642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lang="en-US" sz="2400" dirty="0" err="1"/>
              <a:t>Hệ</a:t>
            </a:r>
            <a:r>
              <a:rPr lang="en-US" sz="2400" dirty="0"/>
              <a:t> </a:t>
            </a:r>
            <a:r>
              <a:rPr lang="en-US" sz="2400" dirty="0" err="1"/>
              <a:t>thống</a:t>
            </a:r>
            <a:r>
              <a:rPr lang="en-US" sz="2400" dirty="0"/>
              <a:t> </a:t>
            </a:r>
            <a:r>
              <a:rPr lang="en-US" sz="2400" dirty="0" err="1"/>
              <a:t>gồm</a:t>
            </a:r>
            <a:r>
              <a:rPr lang="en-US" sz="2400" dirty="0"/>
              <a:t> 5 </a:t>
            </a:r>
            <a:r>
              <a:rPr lang="en-US" sz="2400" dirty="0" err="1"/>
              <a:t>cụm</a:t>
            </a:r>
            <a:r>
              <a:rPr lang="en-US" sz="2400" dirty="0"/>
              <a:t> Node: Client, Frontend, Backend, Database/Cache Node, </a:t>
            </a:r>
            <a:r>
              <a:rPr lang="en-US" sz="2400" dirty="0" err="1"/>
              <a:t>và</a:t>
            </a:r>
            <a:r>
              <a:rPr lang="en-US" sz="2400" dirty="0"/>
              <a:t> AI.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1E1F711-56AF-D4F0-D085-A04DA36DBBE4}"/>
              </a:ext>
            </a:extLst>
          </p:cNvPr>
          <p:cNvSpPr txBox="1"/>
          <p:nvPr/>
        </p:nvSpPr>
        <p:spPr>
          <a:xfrm>
            <a:off x="2760453" y="6016753"/>
            <a:ext cx="39189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Deployment Diagram </a:t>
            </a:r>
            <a:r>
              <a:rPr lang="en-US" dirty="0" err="1"/>
              <a:t>tổng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hệ</a:t>
            </a:r>
            <a:r>
              <a:rPr lang="en-US" dirty="0"/>
              <a:t> </a:t>
            </a:r>
            <a:r>
              <a:rPr lang="en-US" dirty="0" err="1"/>
              <a:t>thống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77341EE-C124-B249-31D7-41EB66A819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9868" y="1708030"/>
            <a:ext cx="4704263" cy="430872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9892382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A8EF5B-4547-A5DD-C6CF-D7A06941E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7ED5B75-F616-1C44-3550-05694DB9FD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C68D565-3CF4-155B-66E7-18742020D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Thiết</a:t>
            </a:r>
            <a:r>
              <a:rPr lang="en-US" dirty="0"/>
              <a:t> </a:t>
            </a:r>
            <a:r>
              <a:rPr lang="en-US" dirty="0" err="1"/>
              <a:t>kế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lưu</a:t>
            </a:r>
            <a:r>
              <a:rPr lang="en-US" dirty="0"/>
              <a:t> </a:t>
            </a:r>
            <a:r>
              <a:rPr lang="en-US" dirty="0" err="1"/>
              <a:t>trữ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4C4DC9-43DB-E553-FFED-B0947816CBB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lvl="1"/>
            <a:endParaRPr lang="en-US" sz="2000" dirty="0"/>
          </a:p>
          <a:p>
            <a:pPr marL="457200" lvl="1" indent="0">
              <a:buNone/>
            </a:pPr>
            <a:endParaRPr lang="en-US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FAD26B-98E0-A3AC-E4A9-1589B5235AF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9336" y="841247"/>
            <a:ext cx="8057125" cy="4929825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B682EA5-EF0C-59F5-285E-B8C53EBF6A6E}"/>
              </a:ext>
            </a:extLst>
          </p:cNvPr>
          <p:cNvSpPr txBox="1"/>
          <p:nvPr/>
        </p:nvSpPr>
        <p:spPr>
          <a:xfrm>
            <a:off x="3082425" y="5832897"/>
            <a:ext cx="18518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Class Diagram</a:t>
            </a:r>
          </a:p>
        </p:txBody>
      </p:sp>
    </p:spTree>
    <p:extLst>
      <p:ext uri="{BB962C8B-B14F-4D97-AF65-F5344CB8AC3E}">
        <p14:creationId xmlns:p14="http://schemas.microsoft.com/office/powerpoint/2010/main" val="10444477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29B1A1-1644-757C-5C2D-9693EB956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5A672C-E96B-4A55-20B0-E49DE1517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BA42370-5A56-746B-BD5A-F339586E2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Thiết</a:t>
            </a:r>
            <a:r>
              <a:rPr lang="en-US" dirty="0"/>
              <a:t> </a:t>
            </a:r>
            <a:r>
              <a:rPr lang="en-US" dirty="0" err="1"/>
              <a:t>kế</a:t>
            </a:r>
            <a:r>
              <a:rPr lang="en-US" dirty="0"/>
              <a:t> </a:t>
            </a:r>
            <a:r>
              <a:rPr lang="en-US" dirty="0" err="1"/>
              <a:t>luồng</a:t>
            </a:r>
            <a:r>
              <a:rPr lang="en-US" dirty="0"/>
              <a:t> </a:t>
            </a:r>
            <a:r>
              <a:rPr lang="en-US" dirty="0" err="1"/>
              <a:t>xử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tương</a:t>
            </a:r>
            <a:r>
              <a:rPr lang="en-US" dirty="0"/>
              <a:t> </a:t>
            </a:r>
            <a:r>
              <a:rPr lang="en-US" dirty="0" err="1"/>
              <a:t>tác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6D1FC6-DD90-4516-3B96-9FA0D44C778B}"/>
              </a:ext>
            </a:extLst>
          </p:cNvPr>
          <p:cNvSpPr txBox="1"/>
          <p:nvPr/>
        </p:nvSpPr>
        <p:spPr>
          <a:xfrm>
            <a:off x="2508550" y="5615884"/>
            <a:ext cx="4126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Sequence Diagram </a:t>
            </a:r>
            <a:r>
              <a:rPr lang="en-US" dirty="0" err="1"/>
              <a:t>luồng</a:t>
            </a:r>
            <a:r>
              <a:rPr lang="en-US" dirty="0"/>
              <a:t> </a:t>
            </a:r>
            <a:r>
              <a:rPr lang="en-US" dirty="0" err="1"/>
              <a:t>đọc</a:t>
            </a:r>
            <a:r>
              <a:rPr lang="en-US" dirty="0"/>
              <a:t> </a:t>
            </a:r>
            <a:r>
              <a:rPr lang="en-US" dirty="0" err="1"/>
              <a:t>bài</a:t>
            </a:r>
            <a:r>
              <a:rPr lang="en-US" dirty="0"/>
              <a:t> </a:t>
            </a:r>
            <a:r>
              <a:rPr lang="en-US" dirty="0" err="1"/>
              <a:t>viết</a:t>
            </a:r>
            <a:r>
              <a:rPr lang="en-US" dirty="0"/>
              <a:t> </a:t>
            </a:r>
            <a:r>
              <a:rPr lang="en-US" dirty="0" err="1"/>
              <a:t>mẫu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2067532-D09F-8E85-66B7-7475A9765D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BF733C9-EADF-0C54-BF1D-3603061906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12" y="957838"/>
            <a:ext cx="8948710" cy="423056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341275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927CFC-03CC-2A2F-9658-15892B3F9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B34DD15-9188-B784-7A00-B4C24086F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2572702-7B93-33FD-E257-001F60308F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Thiết</a:t>
            </a:r>
            <a:r>
              <a:rPr lang="en-US" dirty="0"/>
              <a:t> </a:t>
            </a:r>
            <a:r>
              <a:rPr lang="en-US" dirty="0" err="1"/>
              <a:t>kế</a:t>
            </a:r>
            <a:r>
              <a:rPr lang="en-US" dirty="0"/>
              <a:t> </a:t>
            </a:r>
            <a:r>
              <a:rPr lang="en-US" dirty="0" err="1"/>
              <a:t>luồng</a:t>
            </a:r>
            <a:r>
              <a:rPr lang="en-US" dirty="0"/>
              <a:t> </a:t>
            </a:r>
            <a:r>
              <a:rPr lang="en-US" dirty="0" err="1"/>
              <a:t>xử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tương</a:t>
            </a:r>
            <a:r>
              <a:rPr lang="en-US" dirty="0"/>
              <a:t> </a:t>
            </a:r>
            <a:r>
              <a:rPr lang="en-US" dirty="0" err="1"/>
              <a:t>tác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5DDA10-36B8-BE3A-6CEE-7AAE99B432CC}"/>
              </a:ext>
            </a:extLst>
          </p:cNvPr>
          <p:cNvSpPr txBox="1"/>
          <p:nvPr/>
        </p:nvSpPr>
        <p:spPr>
          <a:xfrm>
            <a:off x="2753186" y="5743078"/>
            <a:ext cx="32753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Sequence Diagram </a:t>
            </a:r>
            <a:r>
              <a:rPr lang="en-US" dirty="0" err="1"/>
              <a:t>luồng</a:t>
            </a:r>
            <a:r>
              <a:rPr lang="en-US" dirty="0"/>
              <a:t> </a:t>
            </a:r>
            <a:r>
              <a:rPr lang="en-US" dirty="0" err="1"/>
              <a:t>nộp</a:t>
            </a:r>
            <a:r>
              <a:rPr lang="en-US" dirty="0"/>
              <a:t> </a:t>
            </a:r>
            <a:r>
              <a:rPr lang="en-US" dirty="0" err="1"/>
              <a:t>bài</a:t>
            </a:r>
            <a:endParaRPr lang="en-US" dirty="0"/>
          </a:p>
          <a:p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079ADF1-D7C9-E866-7B06-37D04CE079C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B723A49-2937-278E-95FD-6191154B5F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823" y="907168"/>
            <a:ext cx="8905864" cy="474313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695114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D5880-7BD1-CF91-E395-5ECBE4B1C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063A03-7A25-3787-CD2D-9C6DBE6A57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C915A86-2FCC-C10C-1BFA-0B1AC67BD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Thiết</a:t>
            </a:r>
            <a:r>
              <a:rPr lang="en-US" dirty="0"/>
              <a:t> </a:t>
            </a:r>
            <a:r>
              <a:rPr lang="en-US" dirty="0" err="1"/>
              <a:t>kế</a:t>
            </a:r>
            <a:r>
              <a:rPr lang="en-US" dirty="0"/>
              <a:t> </a:t>
            </a:r>
            <a:r>
              <a:rPr lang="en-US" dirty="0" err="1"/>
              <a:t>luồng</a:t>
            </a:r>
            <a:r>
              <a:rPr lang="en-US" dirty="0"/>
              <a:t> </a:t>
            </a:r>
            <a:r>
              <a:rPr lang="en-US" dirty="0" err="1"/>
              <a:t>xử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tương</a:t>
            </a:r>
            <a:r>
              <a:rPr lang="en-US" dirty="0"/>
              <a:t> </a:t>
            </a:r>
            <a:r>
              <a:rPr lang="en-US" dirty="0" err="1"/>
              <a:t>tác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331BEDF-D9B4-E61C-8E03-B7165FC9C4D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312" y="1806245"/>
            <a:ext cx="8674100" cy="1622755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9FF6287-CB68-5F6F-E5B0-4FB9F4D92348}"/>
              </a:ext>
            </a:extLst>
          </p:cNvPr>
          <p:cNvSpPr txBox="1"/>
          <p:nvPr/>
        </p:nvSpPr>
        <p:spPr>
          <a:xfrm>
            <a:off x="2100854" y="4157932"/>
            <a:ext cx="47870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State machine diagram </a:t>
            </a:r>
            <a:r>
              <a:rPr lang="en-US" dirty="0" err="1"/>
              <a:t>vòng</a:t>
            </a:r>
            <a:r>
              <a:rPr lang="en-US" dirty="0"/>
              <a:t> </a:t>
            </a:r>
            <a:r>
              <a:rPr lang="en-US" dirty="0" err="1"/>
              <a:t>đời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</a:t>
            </a:r>
            <a:r>
              <a:rPr lang="en-US" dirty="0" err="1"/>
              <a:t>một</a:t>
            </a:r>
            <a:r>
              <a:rPr lang="en-US" dirty="0"/>
              <a:t> </a:t>
            </a:r>
            <a:r>
              <a:rPr lang="en-US" dirty="0" err="1"/>
              <a:t>bài</a:t>
            </a:r>
            <a:r>
              <a:rPr lang="en-US" dirty="0"/>
              <a:t> </a:t>
            </a:r>
            <a:r>
              <a:rPr lang="en-US" dirty="0" err="1"/>
              <a:t>nộp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33689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F4E313-B5E5-8614-9FCD-C1A2F698C4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F8ADFF9-7E23-4732-F80F-A5CFD0ACE3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52E7AE0-B846-C2FB-7CBE-550FB914E7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Thiết</a:t>
            </a:r>
            <a:r>
              <a:rPr lang="en-US" dirty="0"/>
              <a:t> </a:t>
            </a:r>
            <a:r>
              <a:rPr lang="en-US" dirty="0" err="1"/>
              <a:t>kế</a:t>
            </a:r>
            <a:r>
              <a:rPr lang="en-US" dirty="0"/>
              <a:t> </a:t>
            </a:r>
            <a:r>
              <a:rPr lang="en-US" dirty="0" err="1"/>
              <a:t>luồng</a:t>
            </a:r>
            <a:r>
              <a:rPr lang="en-US" dirty="0"/>
              <a:t> </a:t>
            </a:r>
            <a:r>
              <a:rPr lang="en-US" dirty="0" err="1"/>
              <a:t>xử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tương</a:t>
            </a:r>
            <a:r>
              <a:rPr lang="en-US" dirty="0"/>
              <a:t> </a:t>
            </a:r>
            <a:r>
              <a:rPr lang="en-US" dirty="0" err="1"/>
              <a:t>tác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8DE66C-41FB-AD54-3086-6DEEC257B4F6}"/>
              </a:ext>
            </a:extLst>
          </p:cNvPr>
          <p:cNvSpPr txBox="1"/>
          <p:nvPr/>
        </p:nvSpPr>
        <p:spPr>
          <a:xfrm>
            <a:off x="2251621" y="6016753"/>
            <a:ext cx="46407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Activity diagram </a:t>
            </a:r>
            <a:r>
              <a:rPr lang="en-US" dirty="0" err="1"/>
              <a:t>xem</a:t>
            </a:r>
            <a:r>
              <a:rPr lang="en-US" dirty="0"/>
              <a:t> </a:t>
            </a:r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</a:t>
            </a:r>
            <a:r>
              <a:rPr lang="en-US" dirty="0" err="1"/>
              <a:t>đánh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bài</a:t>
            </a:r>
            <a:r>
              <a:rPr lang="en-US" dirty="0"/>
              <a:t> </a:t>
            </a:r>
            <a:r>
              <a:rPr lang="en-US" dirty="0" err="1"/>
              <a:t>thi</a:t>
            </a:r>
            <a:r>
              <a:rPr lang="en-US" dirty="0"/>
              <a:t> AI</a:t>
            </a:r>
          </a:p>
          <a:p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2D27658-4E32-6A3D-0B54-01B22D81EFD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64D6135-BC70-8327-141D-2F48D073AC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7342" y="586685"/>
            <a:ext cx="5434713" cy="543006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765096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2D441-D011-60A7-A7A2-2324F8DA4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633E45-ED99-FB47-6E61-8E6793F05B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07D32E2-1AB9-10CE-9BC0-2E4496157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Thiết</a:t>
            </a:r>
            <a:r>
              <a:rPr lang="en-US" dirty="0"/>
              <a:t> </a:t>
            </a:r>
            <a:r>
              <a:rPr lang="en-US" dirty="0" err="1"/>
              <a:t>kế</a:t>
            </a:r>
            <a:r>
              <a:rPr lang="en-US" dirty="0"/>
              <a:t> API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F8A09B-0E15-1B3E-D426-66BE1C4FFF5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600" dirty="0" err="1"/>
              <a:t>Lấy</a:t>
            </a:r>
            <a:r>
              <a:rPr lang="en-US" sz="2600" dirty="0"/>
              <a:t> </a:t>
            </a:r>
            <a:r>
              <a:rPr lang="en-US" sz="2600" dirty="0" err="1"/>
              <a:t>danh</a:t>
            </a:r>
            <a:r>
              <a:rPr lang="en-US" sz="2600" dirty="0"/>
              <a:t> </a:t>
            </a:r>
            <a:r>
              <a:rPr lang="en-US" sz="2600" dirty="0" err="1"/>
              <a:t>sách</a:t>
            </a:r>
            <a:r>
              <a:rPr lang="en-US" sz="2600" dirty="0"/>
              <a:t> </a:t>
            </a:r>
            <a:r>
              <a:rPr lang="en-US" sz="2600" dirty="0" err="1"/>
              <a:t>Bài</a:t>
            </a:r>
            <a:r>
              <a:rPr lang="en-US" sz="2600" dirty="0"/>
              <a:t> </a:t>
            </a:r>
            <a:r>
              <a:rPr lang="en-US" sz="2600" dirty="0" err="1"/>
              <a:t>học</a:t>
            </a:r>
            <a:r>
              <a:rPr lang="en-US" sz="2600" dirty="0"/>
              <a:t> </a:t>
            </a:r>
            <a:r>
              <a:rPr lang="en-US" sz="2600" dirty="0" err="1"/>
              <a:t>theo</a:t>
            </a:r>
            <a:r>
              <a:rPr lang="en-US" sz="2600" dirty="0"/>
              <a:t> Band </a:t>
            </a:r>
            <a:r>
              <a:rPr lang="en-US" sz="2600" dirty="0" err="1"/>
              <a:t>điểm</a:t>
            </a:r>
            <a:r>
              <a:rPr lang="en-US" sz="2600" dirty="0"/>
              <a:t> </a:t>
            </a:r>
            <a:r>
              <a:rPr lang="en-US" sz="2600" dirty="0" err="1"/>
              <a:t>mục</a:t>
            </a:r>
            <a:r>
              <a:rPr lang="en-US" sz="2600" dirty="0"/>
              <a:t> </a:t>
            </a:r>
            <a:r>
              <a:rPr lang="en-US" sz="2600" dirty="0" err="1"/>
              <a:t>tiêu</a:t>
            </a:r>
            <a:endParaRPr lang="en-US" sz="2600" dirty="0"/>
          </a:p>
          <a:p>
            <a:pPr lvl="1"/>
            <a:r>
              <a:rPr lang="en-US" sz="2600" dirty="0"/>
              <a:t>Endpoint: GET /</a:t>
            </a:r>
            <a:r>
              <a:rPr lang="en-US" sz="2600" dirty="0" err="1"/>
              <a:t>api</a:t>
            </a:r>
            <a:r>
              <a:rPr lang="en-US" sz="2600" dirty="0"/>
              <a:t>/courses/{</a:t>
            </a:r>
            <a:r>
              <a:rPr lang="en-US" sz="2600" dirty="0" err="1"/>
              <a:t>courseId</a:t>
            </a:r>
            <a:r>
              <a:rPr lang="en-US" sz="2600" dirty="0"/>
              <a:t>}/lessons</a:t>
            </a:r>
          </a:p>
          <a:p>
            <a:pPr marL="0" indent="0">
              <a:buNone/>
            </a:pPr>
            <a:r>
              <a:rPr lang="en-US" sz="2600" dirty="0"/>
              <a:t>Xem chi </a:t>
            </a:r>
            <a:r>
              <a:rPr lang="en-US" sz="2600" dirty="0" err="1"/>
              <a:t>tiết</a:t>
            </a:r>
            <a:r>
              <a:rPr lang="en-US" sz="2600" dirty="0"/>
              <a:t> </a:t>
            </a:r>
            <a:r>
              <a:rPr lang="en-US" sz="2600" dirty="0" err="1"/>
              <a:t>bài</a:t>
            </a:r>
            <a:r>
              <a:rPr lang="en-US" sz="2600" dirty="0"/>
              <a:t> </a:t>
            </a:r>
            <a:r>
              <a:rPr lang="en-US" sz="2600" dirty="0" err="1"/>
              <a:t>mẫu</a:t>
            </a:r>
            <a:r>
              <a:rPr lang="en-US" sz="2600" dirty="0"/>
              <a:t> </a:t>
            </a:r>
          </a:p>
          <a:p>
            <a:pPr lvl="1"/>
            <a:r>
              <a:rPr lang="en-US" sz="2600" dirty="0"/>
              <a:t>Endpoint: GET /</a:t>
            </a:r>
            <a:r>
              <a:rPr lang="en-US" sz="2600" dirty="0" err="1"/>
              <a:t>api</a:t>
            </a:r>
            <a:r>
              <a:rPr lang="en-US" sz="2600" dirty="0"/>
              <a:t>/sample-essays/{</a:t>
            </a:r>
            <a:r>
              <a:rPr lang="en-US" sz="2600" dirty="0" err="1"/>
              <a:t>essayId</a:t>
            </a:r>
            <a:r>
              <a:rPr lang="en-US" sz="2600" dirty="0"/>
              <a:t>}</a:t>
            </a:r>
          </a:p>
          <a:p>
            <a:pPr marL="0" indent="0">
              <a:buNone/>
            </a:pPr>
            <a:r>
              <a:rPr lang="en-US" sz="2600" dirty="0"/>
              <a:t>Lưu </a:t>
            </a:r>
            <a:r>
              <a:rPr lang="en-US" sz="2600" dirty="0" err="1"/>
              <a:t>bài</a:t>
            </a:r>
            <a:r>
              <a:rPr lang="en-US" sz="2600" dirty="0"/>
              <a:t> </a:t>
            </a:r>
            <a:r>
              <a:rPr lang="en-US" sz="2600" dirty="0" err="1"/>
              <a:t>mẫu</a:t>
            </a:r>
            <a:r>
              <a:rPr lang="en-US" sz="2600" dirty="0"/>
              <a:t> </a:t>
            </a:r>
            <a:r>
              <a:rPr lang="en-US" sz="2600" dirty="0" err="1"/>
              <a:t>vào</a:t>
            </a:r>
            <a:r>
              <a:rPr lang="en-US" sz="2600" dirty="0"/>
              <a:t> </a:t>
            </a:r>
            <a:r>
              <a:rPr lang="en-US" sz="2600" dirty="0" err="1"/>
              <a:t>danh</a:t>
            </a:r>
            <a:r>
              <a:rPr lang="en-US" sz="2600" dirty="0"/>
              <a:t> </a:t>
            </a:r>
            <a:r>
              <a:rPr lang="en-US" sz="2600" dirty="0" err="1"/>
              <a:t>sách</a:t>
            </a:r>
            <a:r>
              <a:rPr lang="en-US" sz="2600" dirty="0"/>
              <a:t> </a:t>
            </a:r>
            <a:r>
              <a:rPr lang="en-US" sz="2600" dirty="0" err="1"/>
              <a:t>yêu</a:t>
            </a:r>
            <a:r>
              <a:rPr lang="en-US" sz="2600" dirty="0"/>
              <a:t> </a:t>
            </a:r>
            <a:r>
              <a:rPr lang="en-US" sz="2600" dirty="0" err="1"/>
              <a:t>thích</a:t>
            </a:r>
            <a:endParaRPr lang="en-US" sz="2600" dirty="0"/>
          </a:p>
          <a:p>
            <a:pPr lvl="1"/>
            <a:r>
              <a:rPr lang="en-US" sz="2600" dirty="0"/>
              <a:t>Endpoint: POST /</a:t>
            </a:r>
            <a:r>
              <a:rPr lang="en-US" sz="2600" dirty="0" err="1"/>
              <a:t>api</a:t>
            </a:r>
            <a:r>
              <a:rPr lang="en-US" sz="2600" dirty="0"/>
              <a:t>/sample-essays/{</a:t>
            </a:r>
            <a:r>
              <a:rPr lang="en-US" sz="2600" dirty="0" err="1"/>
              <a:t>essayId</a:t>
            </a:r>
            <a:r>
              <a:rPr lang="en-US" sz="2600" dirty="0"/>
              <a:t>}/favorite</a:t>
            </a:r>
          </a:p>
          <a:p>
            <a:pPr marL="0" indent="0">
              <a:buNone/>
            </a:pPr>
            <a:r>
              <a:rPr lang="en-US" sz="2600" dirty="0" err="1"/>
              <a:t>Tạo</a:t>
            </a:r>
            <a:r>
              <a:rPr lang="en-US" sz="2600" dirty="0"/>
              <a:t> </a:t>
            </a:r>
            <a:r>
              <a:rPr lang="en-US" sz="2600" dirty="0" err="1"/>
              <a:t>ghi</a:t>
            </a:r>
            <a:r>
              <a:rPr lang="en-US" sz="2600" dirty="0"/>
              <a:t> </a:t>
            </a:r>
            <a:r>
              <a:rPr lang="en-US" sz="2600" dirty="0" err="1"/>
              <a:t>chú</a:t>
            </a:r>
            <a:r>
              <a:rPr lang="en-US" sz="2600" dirty="0"/>
              <a:t> </a:t>
            </a:r>
            <a:r>
              <a:rPr lang="en-US" sz="2600" dirty="0" err="1"/>
              <a:t>mới</a:t>
            </a:r>
            <a:r>
              <a:rPr lang="en-US" sz="2600" dirty="0"/>
              <a:t> </a:t>
            </a:r>
            <a:r>
              <a:rPr lang="en-US" sz="2600" dirty="0" err="1"/>
              <a:t>vào</a:t>
            </a:r>
            <a:r>
              <a:rPr lang="en-US" sz="2600" dirty="0"/>
              <a:t> </a:t>
            </a:r>
            <a:r>
              <a:rPr lang="en-US" sz="2600" dirty="0" err="1"/>
              <a:t>sổ</a:t>
            </a:r>
            <a:r>
              <a:rPr lang="en-US" sz="2600" dirty="0"/>
              <a:t> </a:t>
            </a:r>
            <a:r>
              <a:rPr lang="en-US" sz="2600" dirty="0" err="1"/>
              <a:t>tay</a:t>
            </a:r>
            <a:endParaRPr lang="en-US" sz="2600" dirty="0"/>
          </a:p>
          <a:p>
            <a:pPr lvl="1"/>
            <a:r>
              <a:rPr lang="en-US" sz="2600" dirty="0"/>
              <a:t>Endpoint: POST /</a:t>
            </a:r>
            <a:r>
              <a:rPr lang="en-US" sz="2600" dirty="0" err="1"/>
              <a:t>api</a:t>
            </a:r>
            <a:r>
              <a:rPr lang="en-US" sz="2600" dirty="0"/>
              <a:t>/notebooks</a:t>
            </a:r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4179117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9DBB3A-7EF4-3F6E-1824-15D2568EE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639CB21-B059-1079-00C2-30791CB8F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4B125CE-129A-93B2-D9B1-2E2503079C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Thiết</a:t>
            </a:r>
            <a:r>
              <a:rPr lang="en-US" dirty="0"/>
              <a:t> </a:t>
            </a:r>
            <a:r>
              <a:rPr lang="en-US" dirty="0" err="1"/>
              <a:t>kế</a:t>
            </a:r>
            <a:r>
              <a:rPr lang="en-US" dirty="0"/>
              <a:t> API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E05969-F0E8-66C7-E4B5-2901EEA4336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600" dirty="0" err="1"/>
              <a:t>Tạo</a:t>
            </a:r>
            <a:r>
              <a:rPr lang="en-US" sz="2600" dirty="0"/>
              <a:t> Flashcard </a:t>
            </a:r>
            <a:r>
              <a:rPr lang="en-US" sz="2600" dirty="0" err="1"/>
              <a:t>trong</a:t>
            </a:r>
            <a:r>
              <a:rPr lang="en-US" sz="2600" dirty="0"/>
              <a:t> </a:t>
            </a:r>
            <a:r>
              <a:rPr lang="en-US" sz="2600" dirty="0" err="1"/>
              <a:t>một</a:t>
            </a:r>
            <a:r>
              <a:rPr lang="en-US" sz="2600" dirty="0"/>
              <a:t> </a:t>
            </a:r>
            <a:r>
              <a:rPr lang="en-US" sz="2600" dirty="0" err="1"/>
              <a:t>bộ</a:t>
            </a:r>
            <a:r>
              <a:rPr lang="en-US" sz="2600" dirty="0"/>
              <a:t> </a:t>
            </a:r>
            <a:r>
              <a:rPr lang="en-US" sz="2600" dirty="0" err="1"/>
              <a:t>thẻ</a:t>
            </a:r>
            <a:endParaRPr lang="en-US" sz="2600" dirty="0"/>
          </a:p>
          <a:p>
            <a:pPr lvl="1"/>
            <a:r>
              <a:rPr lang="en-US" sz="2600" dirty="0"/>
              <a:t>Endpoint: POST /</a:t>
            </a:r>
            <a:r>
              <a:rPr lang="en-US" sz="2600" dirty="0" err="1"/>
              <a:t>api</a:t>
            </a:r>
            <a:r>
              <a:rPr lang="en-US" sz="2600" dirty="0"/>
              <a:t>/flashcard-sets/{</a:t>
            </a:r>
            <a:r>
              <a:rPr lang="en-US" sz="2600" dirty="0" err="1"/>
              <a:t>setId</a:t>
            </a:r>
            <a:r>
              <a:rPr lang="en-US" sz="2600" dirty="0"/>
              <a:t>}/flashcards</a:t>
            </a:r>
          </a:p>
          <a:p>
            <a:pPr marL="0" indent="0">
              <a:buNone/>
            </a:pPr>
            <a:r>
              <a:rPr lang="en-US" sz="2600" dirty="0" err="1"/>
              <a:t>Lấy</a:t>
            </a:r>
            <a:r>
              <a:rPr lang="en-US" sz="2600" dirty="0"/>
              <a:t> chi </a:t>
            </a:r>
            <a:r>
              <a:rPr lang="en-US" sz="2600" dirty="0" err="1"/>
              <a:t>tiết</a:t>
            </a:r>
            <a:r>
              <a:rPr lang="en-US" sz="2600" dirty="0"/>
              <a:t> </a:t>
            </a:r>
            <a:r>
              <a:rPr lang="en-US" sz="2600" dirty="0" err="1"/>
              <a:t>đề</a:t>
            </a:r>
            <a:r>
              <a:rPr lang="en-US" sz="2600" dirty="0"/>
              <a:t> </a:t>
            </a:r>
            <a:r>
              <a:rPr lang="en-US" sz="2600" dirty="0" err="1"/>
              <a:t>thi</a:t>
            </a:r>
            <a:r>
              <a:rPr lang="en-US" sz="2600" dirty="0"/>
              <a:t> </a:t>
            </a:r>
          </a:p>
          <a:p>
            <a:pPr lvl="1"/>
            <a:r>
              <a:rPr lang="en-US" sz="2600" dirty="0"/>
              <a:t>Endpoint: GET /</a:t>
            </a:r>
            <a:r>
              <a:rPr lang="en-US" sz="2600" dirty="0" err="1"/>
              <a:t>api</a:t>
            </a:r>
            <a:r>
              <a:rPr lang="en-US" sz="2600" dirty="0"/>
              <a:t>/exam-questions/{</a:t>
            </a:r>
            <a:r>
              <a:rPr lang="en-US" sz="2600" dirty="0" err="1"/>
              <a:t>questionId</a:t>
            </a:r>
            <a:r>
              <a:rPr lang="en-US" sz="2600" dirty="0"/>
              <a:t>}</a:t>
            </a:r>
          </a:p>
          <a:p>
            <a:pPr marL="0" indent="0">
              <a:buNone/>
            </a:pPr>
            <a:r>
              <a:rPr lang="en-US" sz="2600" dirty="0" err="1"/>
              <a:t>Nộp</a:t>
            </a:r>
            <a:r>
              <a:rPr lang="en-US" sz="2600" dirty="0"/>
              <a:t> </a:t>
            </a:r>
            <a:r>
              <a:rPr lang="en-US" sz="2600" dirty="0" err="1"/>
              <a:t>bài</a:t>
            </a:r>
            <a:r>
              <a:rPr lang="en-US" sz="2600" dirty="0"/>
              <a:t> </a:t>
            </a:r>
            <a:r>
              <a:rPr lang="en-US" sz="2600" dirty="0" err="1"/>
              <a:t>thi</a:t>
            </a:r>
            <a:r>
              <a:rPr lang="en-US" sz="2600" dirty="0"/>
              <a:t> </a:t>
            </a:r>
            <a:r>
              <a:rPr lang="en-US" sz="2600" dirty="0" err="1"/>
              <a:t>mới</a:t>
            </a:r>
            <a:endParaRPr lang="en-US" sz="2600" dirty="0"/>
          </a:p>
          <a:p>
            <a:pPr lvl="1"/>
            <a:r>
              <a:rPr lang="en-US" sz="2600" dirty="0"/>
              <a:t>Endpoint: POST /</a:t>
            </a:r>
            <a:r>
              <a:rPr lang="en-US" sz="2600" dirty="0" err="1"/>
              <a:t>api</a:t>
            </a:r>
            <a:r>
              <a:rPr lang="en-US" sz="2600" dirty="0"/>
              <a:t>/submissions</a:t>
            </a:r>
          </a:p>
          <a:p>
            <a:pPr marL="0" indent="0">
              <a:buNone/>
            </a:pPr>
            <a:r>
              <a:rPr lang="en-US" sz="2600" dirty="0" err="1"/>
              <a:t>Lấy</a:t>
            </a:r>
            <a:r>
              <a:rPr lang="en-US" sz="2600" dirty="0"/>
              <a:t> chi </a:t>
            </a:r>
            <a:r>
              <a:rPr lang="en-US" sz="2600" dirty="0" err="1"/>
              <a:t>tiết</a:t>
            </a:r>
            <a:r>
              <a:rPr lang="en-US" sz="2600" dirty="0"/>
              <a:t> </a:t>
            </a:r>
            <a:r>
              <a:rPr lang="en-US" sz="2600" dirty="0" err="1"/>
              <a:t>kết</a:t>
            </a:r>
            <a:r>
              <a:rPr lang="en-US" sz="2600" dirty="0"/>
              <a:t> </a:t>
            </a:r>
            <a:r>
              <a:rPr lang="en-US" sz="2600" dirty="0" err="1"/>
              <a:t>quả</a:t>
            </a:r>
            <a:r>
              <a:rPr lang="en-US" sz="2600" dirty="0"/>
              <a:t> </a:t>
            </a:r>
            <a:r>
              <a:rPr lang="en-US" sz="2600" dirty="0" err="1"/>
              <a:t>bài</a:t>
            </a:r>
            <a:r>
              <a:rPr lang="en-US" sz="2600" dirty="0"/>
              <a:t> </a:t>
            </a:r>
            <a:r>
              <a:rPr lang="en-US" sz="2600" dirty="0" err="1"/>
              <a:t>thi</a:t>
            </a:r>
            <a:endParaRPr lang="en-US" sz="2600" dirty="0"/>
          </a:p>
          <a:p>
            <a:pPr lvl="1"/>
            <a:r>
              <a:rPr lang="en-US" sz="2600" dirty="0"/>
              <a:t>Endpoint: GET /</a:t>
            </a:r>
            <a:r>
              <a:rPr lang="en-US" sz="2600" dirty="0" err="1"/>
              <a:t>api</a:t>
            </a:r>
            <a:r>
              <a:rPr lang="en-US" sz="2600" dirty="0"/>
              <a:t>/submissions/{id}</a:t>
            </a:r>
          </a:p>
          <a:p>
            <a:pPr marL="0" indent="0">
              <a:buNone/>
            </a:pPr>
            <a:r>
              <a:rPr lang="en-US" sz="2600" dirty="0"/>
              <a:t>Giao </a:t>
            </a:r>
            <a:r>
              <a:rPr lang="en-US" sz="2600" dirty="0" err="1"/>
              <a:t>thức</a:t>
            </a:r>
            <a:r>
              <a:rPr lang="en-US" sz="2600" dirty="0"/>
              <a:t> Real-time (</a:t>
            </a:r>
            <a:r>
              <a:rPr lang="en-US" sz="2600" dirty="0" err="1"/>
              <a:t>WebSockets</a:t>
            </a:r>
            <a:r>
              <a:rPr lang="en-US" sz="2600" dirty="0"/>
              <a:t>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09120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A37B5C8-2095-4D2D-97FE-E4E8D8937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" name="Title 10">
            <a:extLst>
              <a:ext uri="{FF2B5EF4-FFF2-40B4-BE49-F238E27FC236}">
                <a16:creationId xmlns:a16="http://schemas.microsoft.com/office/drawing/2014/main" id="{F78B3876-6ECC-4098-BDD1-C48CE4B42721}"/>
              </a:ext>
            </a:extLst>
          </p:cNvPr>
          <p:cNvSpPr txBox="1">
            <a:spLocks/>
          </p:cNvSpPr>
          <p:nvPr/>
        </p:nvSpPr>
        <p:spPr>
          <a:xfrm>
            <a:off x="4181094" y="3021991"/>
            <a:ext cx="4197975" cy="814017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sz="4800" dirty="0"/>
              <a:t>THANK YOU !</a:t>
            </a:r>
          </a:p>
        </p:txBody>
      </p:sp>
    </p:spTree>
    <p:extLst>
      <p:ext uri="{BB962C8B-B14F-4D97-AF65-F5344CB8AC3E}">
        <p14:creationId xmlns:p14="http://schemas.microsoft.com/office/powerpoint/2010/main" val="28305356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610</TotalTime>
  <Words>604</Words>
  <Application>Microsoft Office PowerPoint</Application>
  <PresentationFormat>On-screen Show (4:3)</PresentationFormat>
  <Paragraphs>113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Calibri</vt:lpstr>
      <vt:lpstr>Lato</vt:lpstr>
      <vt:lpstr>Office Theme</vt:lpstr>
      <vt:lpstr>PowerPoint Presentation</vt:lpstr>
      <vt:lpstr>Mục lục</vt:lpstr>
      <vt:lpstr>Tổng quan dự án</vt:lpstr>
      <vt:lpstr>Phân tích yêu cầu</vt:lpstr>
      <vt:lpstr>Phân tích yêu cầu</vt:lpstr>
      <vt:lpstr>Phân tích yêu cầu</vt:lpstr>
      <vt:lpstr>Phân tích yêu cầu</vt:lpstr>
      <vt:lpstr>Phân tích yêu cầu</vt:lpstr>
      <vt:lpstr>Phân tích yêu cầu</vt:lpstr>
      <vt:lpstr>Phân tích yêu cầu</vt:lpstr>
      <vt:lpstr>Phân tích yêu cầu</vt:lpstr>
      <vt:lpstr>Phân tích yêu cầu</vt:lpstr>
      <vt:lpstr>Phân tích yêu cầu</vt:lpstr>
      <vt:lpstr>Phân tích yêu cầu</vt:lpstr>
      <vt:lpstr>Thiết kế kiến trúc hệ thống</vt:lpstr>
      <vt:lpstr>Thiết kế dữ liệu và lưu trữ</vt:lpstr>
      <vt:lpstr>Thiết kế luồng xử lý và tương tác</vt:lpstr>
      <vt:lpstr>Thiết kế luồng xử lý và tương tác</vt:lpstr>
      <vt:lpstr>Thiết kế luồng xử lý và tương tác</vt:lpstr>
      <vt:lpstr>Thiết kế luồng xử lý và tương tác</vt:lpstr>
      <vt:lpstr>Thiết kế API</vt:lpstr>
      <vt:lpstr>Thiết kế API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Phong TT &amp; QTTH</dc:creator>
  <cp:lastModifiedBy>Mai Minh Quan 20225661</cp:lastModifiedBy>
  <cp:revision>30</cp:revision>
  <dcterms:created xsi:type="dcterms:W3CDTF">2021-05-28T04:32:29Z</dcterms:created>
  <dcterms:modified xsi:type="dcterms:W3CDTF">2026-03-09T14:42:27Z</dcterms:modified>
</cp:coreProperties>
</file>